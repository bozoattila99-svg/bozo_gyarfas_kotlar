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A07A67-F68A-4FFE-BE59-1B496C689AB4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E2589-35A7-4932-8357-056989377CF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5360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3D67-9445-4399-80F6-8B40F47733E0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134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53B7-0381-42D2-8F8C-490E71C6CF33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62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03D-C42B-40C4-93B4-5B0C6823EA3E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0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82A1-B7ED-4B75-A7BE-91125FB9B42C}" type="datetime1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63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57B6F-C1A2-48E2-9566-4F786089875A}" type="datetime1">
              <a:rPr lang="en-US" smtClean="0"/>
              <a:t>10/23/2024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48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ACA0-01E8-4555-8C19-BCD9890B0D56}" type="datetime1">
              <a:rPr lang="en-US" smtClean="0"/>
              <a:t>10/23/2024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45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E352E-E5B0-4B59-9ABF-7AEAF75038C7}" type="datetime1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41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6501-22E6-4340-B1FA-AEE264DA113B}" type="datetime1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5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8D77-7D86-41DA-8768-A54617AD76C9}" type="datetime1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7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CB735-6BE1-4E93-A6DA-2438F102F09B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8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D3AA-1F92-4439-800B-534721595024}" type="datetime1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1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760F6D60-B6BE-49AB-8F24-EAEB359D6BA6}" type="datetime1">
              <a:rPr lang="en-US" smtClean="0"/>
              <a:t>10/23/2024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HSRP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907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hd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6ACF6A-FC06-4E10-819E-2E7BC6978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Oval 12">
            <a:extLst>
              <a:ext uri="{FF2B5EF4-FFF2-40B4-BE49-F238E27FC236}">
                <a16:creationId xmlns:a16="http://schemas.microsoft.com/office/drawing/2014/main" id="{5C3A0317-07C5-421D-8353-23737ABDC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821BA6D-BB15-E8C4-6E3A-F3DE17872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569" y="2286000"/>
            <a:ext cx="3936275" cy="1351706"/>
          </a:xfrm>
        </p:spPr>
        <p:txBody>
          <a:bodyPr anchor="b">
            <a:normAutofit/>
          </a:bodyPr>
          <a:lstStyle/>
          <a:p>
            <a:pPr algn="ctr"/>
            <a:r>
              <a:rPr lang="hu-HU" sz="6600" dirty="0"/>
              <a:t>HSRP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97F6C37-064C-DD0D-F942-B408344EA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9360"/>
            <a:ext cx="3048000" cy="877585"/>
          </a:xfrm>
        </p:spPr>
        <p:txBody>
          <a:bodyPr>
            <a:normAutofit/>
          </a:bodyPr>
          <a:lstStyle/>
          <a:p>
            <a:pPr algn="ctr"/>
            <a:r>
              <a:rPr lang="hu-H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Hot 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Standby</a:t>
            </a:r>
            <a:r>
              <a:rPr lang="hu-H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Router </a:t>
            </a:r>
            <a:r>
              <a:rPr lang="hu-H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Protocol</a:t>
            </a:r>
            <a:endParaRPr lang="hu-HU" dirty="0"/>
          </a:p>
        </p:txBody>
      </p:sp>
      <p:pic>
        <p:nvPicPr>
          <p:cNvPr id="4" name="Picture 3" descr="Jigfűrész rejtvényt in műanyag ábrák">
            <a:extLst>
              <a:ext uri="{FF2B5EF4-FFF2-40B4-BE49-F238E27FC236}">
                <a16:creationId xmlns:a16="http://schemas.microsoft.com/office/drawing/2014/main" id="{74D6AB94-9E45-5518-C794-310BD8530D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1306" r="17138"/>
          <a:stretch/>
        </p:blipFill>
        <p:spPr>
          <a:xfrm>
            <a:off x="6096000" y="-2357"/>
            <a:ext cx="6096000" cy="68580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14C5C93-B9E9-4392-ADCF-ABF21209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219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artalom helye 7" descr="A képen szöveg, diagram, sor, képernyőkép látható&#10;&#10;Automatikusan generált leírás">
            <a:extLst>
              <a:ext uri="{FF2B5EF4-FFF2-40B4-BE49-F238E27FC236}">
                <a16:creationId xmlns:a16="http://schemas.microsoft.com/office/drawing/2014/main" id="{83B845A3-5607-9F23-200B-6E2EFED469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9" y="530942"/>
            <a:ext cx="5624683" cy="5565058"/>
          </a:xfrm>
        </p:spPr>
      </p:pic>
      <p:sp>
        <p:nvSpPr>
          <p:cNvPr id="6" name="Tartalom helye 5">
            <a:extLst>
              <a:ext uri="{FF2B5EF4-FFF2-40B4-BE49-F238E27FC236}">
                <a16:creationId xmlns:a16="http://schemas.microsoft.com/office/drawing/2014/main" id="{63ADC8C2-3631-7EFF-226E-41189BF5C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79862" y="530943"/>
            <a:ext cx="6512138" cy="5565058"/>
          </a:xfrm>
        </p:spPr>
        <p:txBody>
          <a:bodyPr>
            <a:normAutofit/>
          </a:bodyPr>
          <a:lstStyle/>
          <a:p>
            <a:r>
              <a:rPr lang="hu-HU" dirty="0"/>
              <a:t>R1(</a:t>
            </a:r>
            <a:r>
              <a:rPr lang="hu-HU" dirty="0" err="1"/>
              <a:t>config</a:t>
            </a:r>
            <a:r>
              <a:rPr lang="hu-HU" dirty="0"/>
              <a:t>)# int g0/1</a:t>
            </a:r>
          </a:p>
          <a:p>
            <a:r>
              <a:rPr lang="hu-HU" dirty="0"/>
              <a:t>R1(</a:t>
            </a:r>
            <a:r>
              <a:rPr lang="hu-HU" dirty="0" err="1"/>
              <a:t>config-if</a:t>
            </a:r>
            <a:r>
              <a:rPr lang="hu-HU" dirty="0"/>
              <a:t>)# </a:t>
            </a:r>
            <a:r>
              <a:rPr lang="hu-HU" dirty="0" err="1"/>
              <a:t>ip</a:t>
            </a:r>
            <a:r>
              <a:rPr lang="hu-HU" dirty="0"/>
              <a:t> add 172.16.10.2 255.255.255.0</a:t>
            </a:r>
          </a:p>
          <a:p>
            <a:r>
              <a:rPr lang="hu-HU" dirty="0"/>
              <a:t>R1(</a:t>
            </a:r>
            <a:r>
              <a:rPr lang="hu-HU" dirty="0" err="1"/>
              <a:t>config-if</a:t>
            </a:r>
            <a:r>
              <a:rPr lang="hu-HU" dirty="0"/>
              <a:t>)# </a:t>
            </a:r>
            <a:r>
              <a:rPr lang="hu-HU" dirty="0" err="1"/>
              <a:t>standby</a:t>
            </a:r>
            <a:r>
              <a:rPr lang="hu-HU" dirty="0"/>
              <a:t> version 2</a:t>
            </a:r>
          </a:p>
          <a:p>
            <a:r>
              <a:rPr lang="hu-HU" dirty="0"/>
              <a:t>R1(</a:t>
            </a:r>
            <a:r>
              <a:rPr lang="hu-HU" dirty="0" err="1"/>
              <a:t>config-if</a:t>
            </a:r>
            <a:r>
              <a:rPr lang="hu-HU" dirty="0"/>
              <a:t>)# </a:t>
            </a:r>
            <a:r>
              <a:rPr lang="hu-HU" dirty="0" err="1"/>
              <a:t>standby</a:t>
            </a:r>
            <a:r>
              <a:rPr lang="hu-HU" dirty="0"/>
              <a:t> 1 </a:t>
            </a:r>
            <a:r>
              <a:rPr lang="hu-HU" dirty="0" err="1"/>
              <a:t>ip</a:t>
            </a:r>
            <a:r>
              <a:rPr lang="hu-HU" dirty="0"/>
              <a:t> 172.16.10.1</a:t>
            </a:r>
          </a:p>
          <a:p>
            <a:r>
              <a:rPr lang="hu-HU" dirty="0"/>
              <a:t>R1(</a:t>
            </a:r>
            <a:r>
              <a:rPr lang="hu-HU" dirty="0" err="1"/>
              <a:t>config-if</a:t>
            </a:r>
            <a:r>
              <a:rPr lang="hu-HU" dirty="0"/>
              <a:t>)# </a:t>
            </a:r>
            <a:r>
              <a:rPr lang="hu-HU" dirty="0" err="1"/>
              <a:t>standby</a:t>
            </a:r>
            <a:r>
              <a:rPr lang="hu-HU" dirty="0"/>
              <a:t> 1 </a:t>
            </a:r>
            <a:r>
              <a:rPr lang="hu-HU" dirty="0" err="1"/>
              <a:t>priority</a:t>
            </a:r>
            <a:r>
              <a:rPr lang="hu-HU" dirty="0"/>
              <a:t> 150</a:t>
            </a:r>
          </a:p>
          <a:p>
            <a:r>
              <a:rPr lang="hu-HU" dirty="0"/>
              <a:t>R1(</a:t>
            </a:r>
            <a:r>
              <a:rPr lang="hu-HU" dirty="0" err="1"/>
              <a:t>config-if</a:t>
            </a:r>
            <a:r>
              <a:rPr lang="hu-HU" dirty="0"/>
              <a:t>)# </a:t>
            </a:r>
            <a:r>
              <a:rPr lang="hu-HU" dirty="0" err="1"/>
              <a:t>standby</a:t>
            </a:r>
            <a:r>
              <a:rPr lang="hu-HU" dirty="0"/>
              <a:t> 1 </a:t>
            </a:r>
            <a:r>
              <a:rPr lang="hu-HU" dirty="0" err="1"/>
              <a:t>preempt</a:t>
            </a:r>
            <a:endParaRPr lang="hu-HU" dirty="0"/>
          </a:p>
          <a:p>
            <a:r>
              <a:rPr lang="hu-HU" dirty="0"/>
              <a:t>R1(</a:t>
            </a:r>
            <a:r>
              <a:rPr lang="hu-HU" dirty="0" err="1"/>
              <a:t>config-if</a:t>
            </a:r>
            <a:r>
              <a:rPr lang="hu-HU" dirty="0"/>
              <a:t>)# no </a:t>
            </a:r>
            <a:r>
              <a:rPr lang="hu-HU" dirty="0" err="1"/>
              <a:t>shut</a:t>
            </a:r>
            <a:endParaRPr lang="hu-HU" dirty="0"/>
          </a:p>
          <a:p>
            <a:r>
              <a:rPr lang="hu-HU" dirty="0"/>
              <a:t>R1(</a:t>
            </a:r>
            <a:r>
              <a:rPr lang="hu-HU" dirty="0" err="1"/>
              <a:t>config-if</a:t>
            </a:r>
            <a:r>
              <a:rPr lang="hu-HU" dirty="0"/>
              <a:t>)# </a:t>
            </a:r>
            <a:r>
              <a:rPr lang="hu-HU" dirty="0" err="1"/>
              <a:t>exit</a:t>
            </a:r>
            <a:endParaRPr lang="hu-HU" dirty="0"/>
          </a:p>
        </p:txBody>
      </p:sp>
      <p:sp>
        <p:nvSpPr>
          <p:cNvPr id="11" name="Élőláb helye 10">
            <a:extLst>
              <a:ext uri="{FF2B5EF4-FFF2-40B4-BE49-F238E27FC236}">
                <a16:creationId xmlns:a16="http://schemas.microsoft.com/office/drawing/2014/main" id="{4912A39A-98BD-4396-C6B1-0C78FEB93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12" name="Dia számának helye 11">
            <a:extLst>
              <a:ext uri="{FF2B5EF4-FFF2-40B4-BE49-F238E27FC236}">
                <a16:creationId xmlns:a16="http://schemas.microsoft.com/office/drawing/2014/main" id="{6402E74B-338E-D242-2613-9C320F49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6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artalom helye 5" descr="A képen szöveg, diagram, sor, képernyőkép látható&#10;&#10;Automatikusan generált leírás">
            <a:extLst>
              <a:ext uri="{FF2B5EF4-FFF2-40B4-BE49-F238E27FC236}">
                <a16:creationId xmlns:a16="http://schemas.microsoft.com/office/drawing/2014/main" id="{FF14B15F-A78B-ECB4-9183-E5A927C5734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85" y="462116"/>
            <a:ext cx="5694247" cy="5633884"/>
          </a:xfrm>
        </p:spPr>
      </p:pic>
      <p:sp>
        <p:nvSpPr>
          <p:cNvPr id="4" name="Tartalom helye 3">
            <a:extLst>
              <a:ext uri="{FF2B5EF4-FFF2-40B4-BE49-F238E27FC236}">
                <a16:creationId xmlns:a16="http://schemas.microsoft.com/office/drawing/2014/main" id="{36B422B1-2C6F-0202-7B63-FB7B0FAB9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462117"/>
            <a:ext cx="5694247" cy="5633884"/>
          </a:xfrm>
        </p:spPr>
        <p:txBody>
          <a:bodyPr>
            <a:normAutofit/>
          </a:bodyPr>
          <a:lstStyle/>
          <a:p>
            <a:r>
              <a:rPr lang="en-US" dirty="0"/>
              <a:t>R1(config)# int g0/0</a:t>
            </a:r>
          </a:p>
          <a:p>
            <a:r>
              <a:rPr lang="en-US" dirty="0"/>
              <a:t>R1(config-if)# </a:t>
            </a:r>
            <a:r>
              <a:rPr lang="en-US" dirty="0" err="1"/>
              <a:t>ip</a:t>
            </a:r>
            <a:r>
              <a:rPr lang="en-US" dirty="0"/>
              <a:t> add 10.0.0.1 255.255.255.252</a:t>
            </a:r>
          </a:p>
          <a:p>
            <a:r>
              <a:rPr lang="en-US" dirty="0"/>
              <a:t>R1(config-if)# no shut</a:t>
            </a:r>
          </a:p>
          <a:p>
            <a:r>
              <a:rPr lang="en-US" dirty="0"/>
              <a:t>R1(config-if)# exit</a:t>
            </a:r>
          </a:p>
          <a:p>
            <a:r>
              <a:rPr lang="en-US" dirty="0"/>
              <a:t>R1(config)# router rip</a:t>
            </a:r>
          </a:p>
          <a:p>
            <a:r>
              <a:rPr lang="en-US" dirty="0"/>
              <a:t>R1(config-router)# version 2</a:t>
            </a:r>
          </a:p>
          <a:p>
            <a:r>
              <a:rPr lang="en-US" dirty="0"/>
              <a:t>R1(config-router)# net 172.16.10.0</a:t>
            </a:r>
          </a:p>
          <a:p>
            <a:r>
              <a:rPr lang="en-US" dirty="0"/>
              <a:t>R1(config-router)# net 10.0.0.0</a:t>
            </a:r>
          </a:p>
          <a:p>
            <a:r>
              <a:rPr lang="en-US" dirty="0"/>
              <a:t>R1(config-router)# end</a:t>
            </a:r>
          </a:p>
          <a:p>
            <a:endParaRPr lang="hu-HU" dirty="0"/>
          </a:p>
        </p:txBody>
      </p:sp>
      <p:sp>
        <p:nvSpPr>
          <p:cNvPr id="7" name="Élőláb helye 6">
            <a:extLst>
              <a:ext uri="{FF2B5EF4-FFF2-40B4-BE49-F238E27FC236}">
                <a16:creationId xmlns:a16="http://schemas.microsoft.com/office/drawing/2014/main" id="{AFEE4B20-94CE-CC69-ECFC-764C275A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D090D96E-CC96-D30B-1963-A96BB98F9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1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62751A-DA29-3D8B-E3EC-478414308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639" y="383679"/>
            <a:ext cx="5669727" cy="5712322"/>
          </a:xfrm>
        </p:spPr>
        <p:txBody>
          <a:bodyPr/>
          <a:lstStyle/>
          <a:p>
            <a:r>
              <a:rPr lang="hu-HU" dirty="0"/>
              <a:t>R2(</a:t>
            </a:r>
            <a:r>
              <a:rPr lang="hu-HU" dirty="0" err="1"/>
              <a:t>config</a:t>
            </a:r>
            <a:r>
              <a:rPr lang="hu-HU" dirty="0"/>
              <a:t>)# int g0/1</a:t>
            </a:r>
          </a:p>
          <a:p>
            <a:r>
              <a:rPr lang="hu-HU" dirty="0"/>
              <a:t>R2(</a:t>
            </a:r>
            <a:r>
              <a:rPr lang="hu-HU" dirty="0" err="1"/>
              <a:t>config-if</a:t>
            </a:r>
            <a:r>
              <a:rPr lang="hu-HU" dirty="0"/>
              <a:t>)# </a:t>
            </a:r>
            <a:r>
              <a:rPr lang="hu-HU" dirty="0" err="1"/>
              <a:t>ip</a:t>
            </a:r>
            <a:r>
              <a:rPr lang="hu-HU" dirty="0"/>
              <a:t> add 172.16.10.3 255.255.255.0</a:t>
            </a:r>
          </a:p>
          <a:p>
            <a:r>
              <a:rPr lang="hu-HU" dirty="0"/>
              <a:t>R2(</a:t>
            </a:r>
            <a:r>
              <a:rPr lang="hu-HU" dirty="0" err="1"/>
              <a:t>config-if</a:t>
            </a:r>
            <a:r>
              <a:rPr lang="hu-HU" dirty="0"/>
              <a:t>)# </a:t>
            </a:r>
            <a:r>
              <a:rPr lang="hu-HU" dirty="0" err="1"/>
              <a:t>standby</a:t>
            </a:r>
            <a:r>
              <a:rPr lang="hu-HU" dirty="0"/>
              <a:t> version 2</a:t>
            </a:r>
          </a:p>
          <a:p>
            <a:r>
              <a:rPr lang="hu-HU" dirty="0"/>
              <a:t>R2(</a:t>
            </a:r>
            <a:r>
              <a:rPr lang="hu-HU" dirty="0" err="1"/>
              <a:t>config-if</a:t>
            </a:r>
            <a:r>
              <a:rPr lang="hu-HU" dirty="0"/>
              <a:t>)# </a:t>
            </a:r>
            <a:r>
              <a:rPr lang="hu-HU" dirty="0" err="1"/>
              <a:t>standby</a:t>
            </a:r>
            <a:r>
              <a:rPr lang="hu-HU" dirty="0"/>
              <a:t> 1 </a:t>
            </a:r>
            <a:r>
              <a:rPr lang="hu-HU" dirty="0" err="1"/>
              <a:t>ip</a:t>
            </a:r>
            <a:r>
              <a:rPr lang="hu-HU" dirty="0"/>
              <a:t> 172.16.10.1</a:t>
            </a:r>
          </a:p>
          <a:p>
            <a:r>
              <a:rPr lang="hu-HU" dirty="0"/>
              <a:t>R2(</a:t>
            </a:r>
            <a:r>
              <a:rPr lang="hu-HU" dirty="0" err="1"/>
              <a:t>config-if</a:t>
            </a:r>
            <a:r>
              <a:rPr lang="hu-HU" dirty="0"/>
              <a:t>)# </a:t>
            </a:r>
            <a:r>
              <a:rPr lang="hu-HU" dirty="0" err="1"/>
              <a:t>standby</a:t>
            </a:r>
            <a:r>
              <a:rPr lang="hu-HU" dirty="0"/>
              <a:t> 1 </a:t>
            </a:r>
            <a:r>
              <a:rPr lang="hu-HU" dirty="0" err="1"/>
              <a:t>preempt</a:t>
            </a:r>
            <a:endParaRPr lang="hu-HU" dirty="0"/>
          </a:p>
          <a:p>
            <a:r>
              <a:rPr lang="hu-HU" dirty="0"/>
              <a:t>R2(</a:t>
            </a:r>
            <a:r>
              <a:rPr lang="hu-HU" dirty="0" err="1"/>
              <a:t>config-if</a:t>
            </a:r>
            <a:r>
              <a:rPr lang="hu-HU" dirty="0"/>
              <a:t>)# no </a:t>
            </a:r>
            <a:r>
              <a:rPr lang="hu-HU" dirty="0" err="1"/>
              <a:t>shut</a:t>
            </a:r>
            <a:endParaRPr lang="hu-HU" dirty="0"/>
          </a:p>
          <a:p>
            <a:r>
              <a:rPr lang="hu-HU" dirty="0"/>
              <a:t>R2(</a:t>
            </a:r>
            <a:r>
              <a:rPr lang="hu-HU" dirty="0" err="1"/>
              <a:t>config-if</a:t>
            </a:r>
            <a:r>
              <a:rPr lang="hu-HU" dirty="0"/>
              <a:t>)# </a:t>
            </a:r>
            <a:r>
              <a:rPr lang="hu-HU" dirty="0" err="1"/>
              <a:t>exit</a:t>
            </a:r>
            <a:endParaRPr lang="hu-HU" dirty="0"/>
          </a:p>
        </p:txBody>
      </p:sp>
      <p:pic>
        <p:nvPicPr>
          <p:cNvPr id="6" name="Tartalom helye 5" descr="A képen szöveg, diagram, sor, képernyőkép látható&#10;&#10;Automatikusan generált leírás">
            <a:extLst>
              <a:ext uri="{FF2B5EF4-FFF2-40B4-BE49-F238E27FC236}">
                <a16:creationId xmlns:a16="http://schemas.microsoft.com/office/drawing/2014/main" id="{229D35D4-3CAB-5A82-6A1E-10E47D56BA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375" y="363692"/>
            <a:ext cx="5773525" cy="5712322"/>
          </a:xfrm>
        </p:spPr>
      </p:pic>
      <p:sp>
        <p:nvSpPr>
          <p:cNvPr id="7" name="Élőláb helye 6">
            <a:extLst>
              <a:ext uri="{FF2B5EF4-FFF2-40B4-BE49-F238E27FC236}">
                <a16:creationId xmlns:a16="http://schemas.microsoft.com/office/drawing/2014/main" id="{14EDBDF4-E4E5-3DE0-BB33-4DE8F030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611E49B0-895B-61E7-9A3F-33D52FB4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6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1B1F4C-055E-56F8-F671-A12B31F03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560439"/>
            <a:ext cx="5925366" cy="5535561"/>
          </a:xfrm>
        </p:spPr>
        <p:txBody>
          <a:bodyPr>
            <a:normAutofit/>
          </a:bodyPr>
          <a:lstStyle/>
          <a:p>
            <a:r>
              <a:rPr lang="hu-HU" dirty="0"/>
              <a:t>R2(</a:t>
            </a:r>
            <a:r>
              <a:rPr lang="hu-HU" dirty="0" err="1"/>
              <a:t>config</a:t>
            </a:r>
            <a:r>
              <a:rPr lang="hu-HU" dirty="0"/>
              <a:t>)# int g0/0</a:t>
            </a:r>
          </a:p>
          <a:p>
            <a:r>
              <a:rPr lang="hu-HU" dirty="0"/>
              <a:t>R2(</a:t>
            </a:r>
            <a:r>
              <a:rPr lang="hu-HU" dirty="0" err="1"/>
              <a:t>config-if</a:t>
            </a:r>
            <a:r>
              <a:rPr lang="hu-HU" dirty="0"/>
              <a:t>)# </a:t>
            </a:r>
            <a:r>
              <a:rPr lang="hu-HU" dirty="0" err="1"/>
              <a:t>ip</a:t>
            </a:r>
            <a:r>
              <a:rPr lang="hu-HU" dirty="0"/>
              <a:t> add 10.0.0.5 255.255.255.252</a:t>
            </a:r>
          </a:p>
          <a:p>
            <a:r>
              <a:rPr lang="hu-HU" dirty="0"/>
              <a:t>R2(</a:t>
            </a:r>
            <a:r>
              <a:rPr lang="hu-HU" dirty="0" err="1"/>
              <a:t>config-if</a:t>
            </a:r>
            <a:r>
              <a:rPr lang="hu-HU" dirty="0"/>
              <a:t>)# no </a:t>
            </a:r>
            <a:r>
              <a:rPr lang="hu-HU" dirty="0" err="1"/>
              <a:t>shut</a:t>
            </a:r>
            <a:endParaRPr lang="hu-HU" dirty="0"/>
          </a:p>
          <a:p>
            <a:r>
              <a:rPr lang="hu-HU" dirty="0"/>
              <a:t>R2(</a:t>
            </a:r>
            <a:r>
              <a:rPr lang="hu-HU" dirty="0" err="1"/>
              <a:t>config-if</a:t>
            </a:r>
            <a:r>
              <a:rPr lang="hu-HU" dirty="0"/>
              <a:t>)# </a:t>
            </a:r>
            <a:r>
              <a:rPr lang="hu-HU" dirty="0" err="1"/>
              <a:t>exit</a:t>
            </a:r>
            <a:endParaRPr lang="hu-HU" dirty="0"/>
          </a:p>
          <a:p>
            <a:r>
              <a:rPr lang="hu-HU" dirty="0"/>
              <a:t>R2(</a:t>
            </a:r>
            <a:r>
              <a:rPr lang="hu-HU" dirty="0" err="1"/>
              <a:t>config</a:t>
            </a:r>
            <a:r>
              <a:rPr lang="hu-HU" dirty="0"/>
              <a:t>)# router </a:t>
            </a:r>
            <a:r>
              <a:rPr lang="hu-HU" dirty="0" err="1"/>
              <a:t>rip</a:t>
            </a:r>
            <a:endParaRPr lang="hu-HU" dirty="0"/>
          </a:p>
          <a:p>
            <a:r>
              <a:rPr lang="hu-HU" dirty="0"/>
              <a:t>R2(</a:t>
            </a:r>
            <a:r>
              <a:rPr lang="hu-HU" dirty="0" err="1"/>
              <a:t>config</a:t>
            </a:r>
            <a:r>
              <a:rPr lang="hu-HU" dirty="0"/>
              <a:t>-router)# ver 2</a:t>
            </a:r>
          </a:p>
          <a:p>
            <a:r>
              <a:rPr lang="hu-HU" dirty="0"/>
              <a:t>R2(</a:t>
            </a:r>
            <a:r>
              <a:rPr lang="hu-HU" dirty="0" err="1"/>
              <a:t>config</a:t>
            </a:r>
            <a:r>
              <a:rPr lang="hu-HU" dirty="0"/>
              <a:t>-router)# net 172.16.10.0</a:t>
            </a:r>
          </a:p>
          <a:p>
            <a:r>
              <a:rPr lang="hu-HU" dirty="0"/>
              <a:t>R2(</a:t>
            </a:r>
            <a:r>
              <a:rPr lang="hu-HU" dirty="0" err="1"/>
              <a:t>config</a:t>
            </a:r>
            <a:r>
              <a:rPr lang="hu-HU" dirty="0"/>
              <a:t>-router)# net 10.0.0.4</a:t>
            </a:r>
          </a:p>
          <a:p>
            <a:r>
              <a:rPr lang="hu-HU" dirty="0"/>
              <a:t>R2(</a:t>
            </a:r>
            <a:r>
              <a:rPr lang="hu-HU" dirty="0" err="1"/>
              <a:t>config</a:t>
            </a:r>
            <a:r>
              <a:rPr lang="hu-HU" dirty="0"/>
              <a:t>-router)# end</a:t>
            </a:r>
          </a:p>
        </p:txBody>
      </p:sp>
      <p:pic>
        <p:nvPicPr>
          <p:cNvPr id="6" name="Tartalom helye 5" descr="A képen szöveg, diagram, sor, képernyőkép látható&#10;&#10;Automatikusan generált leírás">
            <a:extLst>
              <a:ext uri="{FF2B5EF4-FFF2-40B4-BE49-F238E27FC236}">
                <a16:creationId xmlns:a16="http://schemas.microsoft.com/office/drawing/2014/main" id="{BFC88754-AD1A-BB9E-6C6A-3A455BA5B7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375" y="390831"/>
            <a:ext cx="5773525" cy="5712322"/>
          </a:xfrm>
        </p:spPr>
      </p:pic>
      <p:sp>
        <p:nvSpPr>
          <p:cNvPr id="7" name="Élőláb helye 6">
            <a:extLst>
              <a:ext uri="{FF2B5EF4-FFF2-40B4-BE49-F238E27FC236}">
                <a16:creationId xmlns:a16="http://schemas.microsoft.com/office/drawing/2014/main" id="{F9CBD385-BEAB-B9BA-2B83-63CDCC93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670B5392-3FC5-73EF-BF4E-AFA02DF11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99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artalom helye 7" descr="A képen szöveg, diagram, sor, képernyőkép látható&#10;&#10;Automatikusan generált leírás">
            <a:extLst>
              <a:ext uri="{FF2B5EF4-FFF2-40B4-BE49-F238E27FC236}">
                <a16:creationId xmlns:a16="http://schemas.microsoft.com/office/drawing/2014/main" id="{256F909A-F09A-54B5-CA34-15B31CDBD7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9" y="545051"/>
            <a:ext cx="5610423" cy="5550949"/>
          </a:xfrm>
        </p:spPr>
      </p:pic>
      <p:sp>
        <p:nvSpPr>
          <p:cNvPr id="4" name="Tartalom helye 3">
            <a:extLst>
              <a:ext uri="{FF2B5EF4-FFF2-40B4-BE49-F238E27FC236}">
                <a16:creationId xmlns:a16="http://schemas.microsoft.com/office/drawing/2014/main" id="{44AC8808-6AA9-183B-4446-3425EDD5B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717755"/>
            <a:ext cx="5950361" cy="537824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R3(config)# int g0/1</a:t>
            </a:r>
          </a:p>
          <a:p>
            <a:r>
              <a:rPr lang="en-US" dirty="0"/>
              <a:t>R3(config-if)# </a:t>
            </a:r>
            <a:r>
              <a:rPr lang="en-US" dirty="0" err="1"/>
              <a:t>ip</a:t>
            </a:r>
            <a:r>
              <a:rPr lang="en-US" dirty="0"/>
              <a:t> add 10.0.0.2 255.255.255.252</a:t>
            </a:r>
          </a:p>
          <a:p>
            <a:r>
              <a:rPr lang="en-US" dirty="0"/>
              <a:t>R3(config-if)# no shut</a:t>
            </a:r>
          </a:p>
          <a:p>
            <a:r>
              <a:rPr lang="en-US" dirty="0"/>
              <a:t>R3(config-if)# exit</a:t>
            </a:r>
          </a:p>
          <a:p>
            <a:r>
              <a:rPr lang="en-US" dirty="0"/>
              <a:t>R3(config)# int g0/2</a:t>
            </a:r>
          </a:p>
          <a:p>
            <a:r>
              <a:rPr lang="en-US" dirty="0"/>
              <a:t>R3(config-if)# </a:t>
            </a:r>
            <a:r>
              <a:rPr lang="en-US" dirty="0" err="1"/>
              <a:t>ip</a:t>
            </a:r>
            <a:r>
              <a:rPr lang="en-US" dirty="0"/>
              <a:t> add 10.0.0.6 255.255.255.252</a:t>
            </a:r>
          </a:p>
          <a:p>
            <a:r>
              <a:rPr lang="en-US" dirty="0"/>
              <a:t>R3(config-if)# no shut</a:t>
            </a:r>
          </a:p>
          <a:p>
            <a:r>
              <a:rPr lang="en-US" dirty="0"/>
              <a:t>R3(config-if)# exit</a:t>
            </a:r>
          </a:p>
          <a:p>
            <a:r>
              <a:rPr lang="en-US" dirty="0"/>
              <a:t>R3(config)# int g0/0</a:t>
            </a:r>
          </a:p>
          <a:p>
            <a:r>
              <a:rPr lang="en-US" dirty="0"/>
              <a:t>R3(config-if)# </a:t>
            </a:r>
            <a:r>
              <a:rPr lang="en-US" dirty="0" err="1"/>
              <a:t>ip</a:t>
            </a:r>
            <a:r>
              <a:rPr lang="en-US" dirty="0"/>
              <a:t> add 193.6.145.1 255.255.255.0</a:t>
            </a:r>
          </a:p>
          <a:p>
            <a:r>
              <a:rPr lang="en-US" dirty="0"/>
              <a:t>R3(config-if)# no shut</a:t>
            </a:r>
          </a:p>
          <a:p>
            <a:r>
              <a:rPr lang="en-US" dirty="0"/>
              <a:t>R3(config-if)# exit</a:t>
            </a:r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C66A308-848E-0A0B-3471-39752C351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D3F90A9-F252-5E80-C328-B57E7D9E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3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artalom helye 7" descr="A képen szöveg, diagram, sor, képernyőkép látható&#10;&#10;Automatikusan generált leírás">
            <a:extLst>
              <a:ext uri="{FF2B5EF4-FFF2-40B4-BE49-F238E27FC236}">
                <a16:creationId xmlns:a16="http://schemas.microsoft.com/office/drawing/2014/main" id="{EF2201AF-B9DD-7D8A-760A-040DE764AC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9" y="545051"/>
            <a:ext cx="5610423" cy="5550949"/>
          </a:xfrm>
        </p:spPr>
      </p:pic>
      <p:sp>
        <p:nvSpPr>
          <p:cNvPr id="4" name="Tartalom helye 3">
            <a:extLst>
              <a:ext uri="{FF2B5EF4-FFF2-40B4-BE49-F238E27FC236}">
                <a16:creationId xmlns:a16="http://schemas.microsoft.com/office/drawing/2014/main" id="{781A0BA6-7E94-82B3-12FF-9F7C7047F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545051"/>
            <a:ext cx="5950361" cy="5550949"/>
          </a:xfrm>
        </p:spPr>
        <p:txBody>
          <a:bodyPr/>
          <a:lstStyle/>
          <a:p>
            <a:r>
              <a:rPr lang="hu-HU" dirty="0"/>
              <a:t>R3(</a:t>
            </a:r>
            <a:r>
              <a:rPr lang="hu-HU" dirty="0" err="1"/>
              <a:t>config</a:t>
            </a:r>
            <a:r>
              <a:rPr lang="hu-HU" dirty="0"/>
              <a:t>)# router </a:t>
            </a:r>
            <a:r>
              <a:rPr lang="hu-HU" dirty="0" err="1"/>
              <a:t>rip</a:t>
            </a:r>
            <a:endParaRPr lang="hu-HU" dirty="0"/>
          </a:p>
          <a:p>
            <a:r>
              <a:rPr lang="hu-HU" dirty="0"/>
              <a:t>R3(</a:t>
            </a:r>
            <a:r>
              <a:rPr lang="hu-HU" dirty="0" err="1"/>
              <a:t>config</a:t>
            </a:r>
            <a:r>
              <a:rPr lang="hu-HU" dirty="0"/>
              <a:t>-router)# ver 2</a:t>
            </a:r>
          </a:p>
          <a:p>
            <a:r>
              <a:rPr lang="hu-HU" dirty="0"/>
              <a:t>R3(</a:t>
            </a:r>
            <a:r>
              <a:rPr lang="hu-HU" dirty="0" err="1"/>
              <a:t>config</a:t>
            </a:r>
            <a:r>
              <a:rPr lang="hu-HU" dirty="0"/>
              <a:t>-router)# net 10.0.0.0</a:t>
            </a:r>
          </a:p>
          <a:p>
            <a:r>
              <a:rPr lang="hu-HU" dirty="0"/>
              <a:t>R3(</a:t>
            </a:r>
            <a:r>
              <a:rPr lang="hu-HU" dirty="0" err="1"/>
              <a:t>config</a:t>
            </a:r>
            <a:r>
              <a:rPr lang="hu-HU" dirty="0"/>
              <a:t>-router)# net 10.0.0.4</a:t>
            </a:r>
          </a:p>
          <a:p>
            <a:r>
              <a:rPr lang="hu-HU" dirty="0"/>
              <a:t>R3(</a:t>
            </a:r>
            <a:r>
              <a:rPr lang="hu-HU" dirty="0" err="1"/>
              <a:t>config</a:t>
            </a:r>
            <a:r>
              <a:rPr lang="hu-HU" dirty="0"/>
              <a:t>-router)# net 193.6.145.0</a:t>
            </a:r>
          </a:p>
          <a:p>
            <a:r>
              <a:rPr lang="hu-HU" dirty="0"/>
              <a:t>R3(</a:t>
            </a:r>
            <a:r>
              <a:rPr lang="hu-HU" dirty="0" err="1"/>
              <a:t>config</a:t>
            </a:r>
            <a:r>
              <a:rPr lang="hu-HU" dirty="0"/>
              <a:t>-router)# end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8059759-A441-3139-67BA-A50668C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8435BBF-E86F-F616-D303-C19DC15A5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06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CCBEDBCB-3641-891F-7DDD-67CF146D0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825911"/>
            <a:ext cx="5925366" cy="5270090"/>
          </a:xfrm>
        </p:spPr>
        <p:txBody>
          <a:bodyPr>
            <a:normAutofit/>
          </a:bodyPr>
          <a:lstStyle/>
          <a:p>
            <a:r>
              <a:rPr lang="hu-HU" dirty="0"/>
              <a:t>C:\&gt;ipconfig</a:t>
            </a:r>
          </a:p>
          <a:p>
            <a:endParaRPr lang="hu-HU" dirty="0"/>
          </a:p>
          <a:p>
            <a:r>
              <a:rPr lang="hu-HU" dirty="0"/>
              <a:t>FastEthernet0 </a:t>
            </a:r>
            <a:r>
              <a:rPr lang="hu-HU" dirty="0" err="1"/>
              <a:t>Connection</a:t>
            </a:r>
            <a:r>
              <a:rPr lang="hu-HU" dirty="0"/>
              <a:t>:(</a:t>
            </a:r>
            <a:r>
              <a:rPr lang="hu-HU" dirty="0" err="1"/>
              <a:t>default</a:t>
            </a:r>
            <a:r>
              <a:rPr lang="hu-HU" dirty="0"/>
              <a:t> port)</a:t>
            </a:r>
          </a:p>
          <a:p>
            <a:endParaRPr lang="hu-HU" dirty="0"/>
          </a:p>
          <a:p>
            <a:r>
              <a:rPr lang="hu-HU" dirty="0"/>
              <a:t>   Link-local IPv6 </a:t>
            </a:r>
            <a:r>
              <a:rPr lang="hu-HU" dirty="0" err="1"/>
              <a:t>Address</a:t>
            </a:r>
            <a:r>
              <a:rPr lang="hu-HU" dirty="0"/>
              <a:t>.........: FE80::2E0:A3FF:FE42:5492</a:t>
            </a:r>
          </a:p>
          <a:p>
            <a:r>
              <a:rPr lang="hu-HU" dirty="0"/>
              <a:t>   IP </a:t>
            </a:r>
            <a:r>
              <a:rPr lang="hu-HU" dirty="0" err="1"/>
              <a:t>Address</a:t>
            </a:r>
            <a:r>
              <a:rPr lang="hu-HU" dirty="0"/>
              <a:t>......................: 172.16.10.10</a:t>
            </a:r>
          </a:p>
          <a:p>
            <a:r>
              <a:rPr lang="hu-HU" dirty="0"/>
              <a:t>   </a:t>
            </a:r>
            <a:r>
              <a:rPr lang="hu-HU" dirty="0" err="1"/>
              <a:t>Subnet</a:t>
            </a:r>
            <a:r>
              <a:rPr lang="hu-HU" dirty="0"/>
              <a:t> </a:t>
            </a:r>
            <a:r>
              <a:rPr lang="hu-HU" dirty="0" err="1"/>
              <a:t>Mask</a:t>
            </a:r>
            <a:r>
              <a:rPr lang="hu-HU" dirty="0"/>
              <a:t>.....................: 255.255.255.0</a:t>
            </a:r>
          </a:p>
          <a:p>
            <a:r>
              <a:rPr lang="hu-HU" dirty="0"/>
              <a:t>   </a:t>
            </a:r>
            <a:r>
              <a:rPr lang="hu-HU" dirty="0" err="1"/>
              <a:t>Default</a:t>
            </a:r>
            <a:r>
              <a:rPr lang="hu-HU" dirty="0"/>
              <a:t> </a:t>
            </a:r>
            <a:r>
              <a:rPr lang="hu-HU" dirty="0" err="1"/>
              <a:t>Gateway</a:t>
            </a:r>
            <a:r>
              <a:rPr lang="hu-HU" dirty="0"/>
              <a:t>.................: 172.16.10.1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645452A-18E0-D54A-CA38-730968E5A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825911"/>
            <a:ext cx="5950361" cy="5270090"/>
          </a:xfrm>
        </p:spPr>
        <p:txBody>
          <a:bodyPr>
            <a:normAutofit/>
          </a:bodyPr>
          <a:lstStyle/>
          <a:p>
            <a:r>
              <a:rPr lang="hu-HU" dirty="0"/>
              <a:t>C:\&gt;ipconfig</a:t>
            </a:r>
          </a:p>
          <a:p>
            <a:endParaRPr lang="hu-HU" dirty="0"/>
          </a:p>
          <a:p>
            <a:r>
              <a:rPr lang="hu-HU" dirty="0"/>
              <a:t>FastEthernet0 </a:t>
            </a:r>
            <a:r>
              <a:rPr lang="hu-HU" dirty="0" err="1"/>
              <a:t>Connection</a:t>
            </a:r>
            <a:r>
              <a:rPr lang="hu-HU" dirty="0"/>
              <a:t>:(</a:t>
            </a:r>
            <a:r>
              <a:rPr lang="hu-HU" dirty="0" err="1"/>
              <a:t>default</a:t>
            </a:r>
            <a:r>
              <a:rPr lang="hu-HU" dirty="0"/>
              <a:t> port)</a:t>
            </a:r>
          </a:p>
          <a:p>
            <a:endParaRPr lang="hu-HU" dirty="0"/>
          </a:p>
          <a:p>
            <a:r>
              <a:rPr lang="hu-HU" dirty="0"/>
              <a:t>   Link-local IPv6 </a:t>
            </a:r>
            <a:r>
              <a:rPr lang="hu-HU" dirty="0" err="1"/>
              <a:t>Address</a:t>
            </a:r>
            <a:r>
              <a:rPr lang="hu-HU" dirty="0"/>
              <a:t>.........: FE80::202:4AFF:FEC3:633</a:t>
            </a:r>
          </a:p>
          <a:p>
            <a:r>
              <a:rPr lang="hu-HU" dirty="0"/>
              <a:t>   IP </a:t>
            </a:r>
            <a:r>
              <a:rPr lang="hu-HU" dirty="0" err="1"/>
              <a:t>Address</a:t>
            </a:r>
            <a:r>
              <a:rPr lang="hu-HU" dirty="0"/>
              <a:t>......................: 193.6.145.44</a:t>
            </a:r>
          </a:p>
          <a:p>
            <a:r>
              <a:rPr lang="hu-HU" dirty="0"/>
              <a:t>   </a:t>
            </a:r>
            <a:r>
              <a:rPr lang="hu-HU" dirty="0" err="1"/>
              <a:t>Subnet</a:t>
            </a:r>
            <a:r>
              <a:rPr lang="hu-HU" dirty="0"/>
              <a:t> </a:t>
            </a:r>
            <a:r>
              <a:rPr lang="hu-HU" dirty="0" err="1"/>
              <a:t>Mask</a:t>
            </a:r>
            <a:r>
              <a:rPr lang="hu-HU" dirty="0"/>
              <a:t>.....................: 255.255.255.0</a:t>
            </a:r>
          </a:p>
          <a:p>
            <a:r>
              <a:rPr lang="hu-HU" dirty="0"/>
              <a:t>   </a:t>
            </a:r>
            <a:r>
              <a:rPr lang="hu-HU" dirty="0" err="1"/>
              <a:t>Default</a:t>
            </a:r>
            <a:r>
              <a:rPr lang="hu-HU" dirty="0"/>
              <a:t> </a:t>
            </a:r>
            <a:r>
              <a:rPr lang="hu-HU" dirty="0" err="1"/>
              <a:t>Gateway</a:t>
            </a:r>
            <a:r>
              <a:rPr lang="hu-HU" dirty="0"/>
              <a:t>.................: 193.6.145.1</a:t>
            </a:r>
          </a:p>
          <a:p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7E336CC-8E31-FB9F-4455-ED8BE1876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526DC7D-D31A-F47B-DA7C-51FFCF1A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8</a:t>
            </a:fld>
            <a:endParaRPr lang="en-US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BA32D411-B796-388B-48FA-E9B4C1CF2158}"/>
              </a:ext>
            </a:extLst>
          </p:cNvPr>
          <p:cNvSpPr txBox="1"/>
          <p:nvPr/>
        </p:nvSpPr>
        <p:spPr>
          <a:xfrm>
            <a:off x="2366394" y="55275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PC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3BE79B0-5AB6-3C72-23DF-55AF283E8EE2}"/>
              </a:ext>
            </a:extLst>
          </p:cNvPr>
          <p:cNvSpPr txBox="1"/>
          <p:nvPr/>
        </p:nvSpPr>
        <p:spPr>
          <a:xfrm>
            <a:off x="8438560" y="577333"/>
            <a:ext cx="920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Szerver</a:t>
            </a:r>
          </a:p>
        </p:txBody>
      </p:sp>
    </p:spTree>
    <p:extLst>
      <p:ext uri="{BB962C8B-B14F-4D97-AF65-F5344CB8AC3E}">
        <p14:creationId xmlns:p14="http://schemas.microsoft.com/office/powerpoint/2010/main" val="1109737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D0F033-C55C-A408-A209-56BB1D269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9901" y="643274"/>
            <a:ext cx="3329247" cy="1293435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hu-HU" sz="2000" dirty="0"/>
              <a:t>C:\&gt;ping -t 193.6.145.44</a:t>
            </a:r>
          </a:p>
          <a:p>
            <a:r>
              <a:rPr lang="hu-HU" sz="2000" dirty="0"/>
              <a:t>C:\&gt;tracert 193.6.145.44</a:t>
            </a:r>
          </a:p>
          <a:p>
            <a:endParaRPr lang="hu-HU" sz="2000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91743B5-1BE7-A674-216D-659BC2B08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1361" y="1289992"/>
            <a:ext cx="3807542" cy="1168074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sz="2000" dirty="0"/>
              <a:t>R1(config)# int g0/1</a:t>
            </a:r>
          </a:p>
          <a:p>
            <a:r>
              <a:rPr lang="en-US" sz="2000" dirty="0"/>
              <a:t>R1(config-if)# shutdown</a:t>
            </a:r>
            <a:endParaRPr lang="hu-HU" sz="2000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AE47D79-857E-DEC0-AAD7-F55D2BFE4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000"/>
              <a:t>HSRP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8E7E56D-FB23-CF2C-0810-24D12A19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z="2000" smtClean="0"/>
              <a:t>9</a:t>
            </a:fld>
            <a:endParaRPr lang="en-US" sz="200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79708369-76C8-B842-2CA4-D73164A02623}"/>
              </a:ext>
            </a:extLst>
          </p:cNvPr>
          <p:cNvSpPr txBox="1"/>
          <p:nvPr/>
        </p:nvSpPr>
        <p:spPr>
          <a:xfrm>
            <a:off x="2065522" y="2707278"/>
            <a:ext cx="267362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hu-HU" sz="2000" dirty="0"/>
              <a:t>R1# </a:t>
            </a:r>
            <a:r>
              <a:rPr lang="hu-HU" sz="2000" dirty="0" err="1"/>
              <a:t>sh</a:t>
            </a:r>
            <a:r>
              <a:rPr lang="hu-HU" sz="2000" dirty="0"/>
              <a:t> </a:t>
            </a:r>
            <a:r>
              <a:rPr lang="hu-HU" sz="2000" dirty="0" err="1"/>
              <a:t>standby</a:t>
            </a:r>
            <a:endParaRPr lang="hu-HU" sz="2000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C31CDAD-50E6-578A-8AEA-BA4978DFAD4F}"/>
              </a:ext>
            </a:extLst>
          </p:cNvPr>
          <p:cNvSpPr txBox="1"/>
          <p:nvPr/>
        </p:nvSpPr>
        <p:spPr>
          <a:xfrm>
            <a:off x="6530008" y="3244334"/>
            <a:ext cx="2616475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hu-HU" sz="2000" dirty="0"/>
              <a:t>R1# </a:t>
            </a:r>
            <a:r>
              <a:rPr lang="hu-HU" sz="2000" dirty="0" err="1"/>
              <a:t>sh</a:t>
            </a:r>
            <a:r>
              <a:rPr lang="hu-HU" sz="2000" dirty="0"/>
              <a:t> </a:t>
            </a:r>
            <a:r>
              <a:rPr lang="hu-HU" sz="2000" dirty="0" err="1"/>
              <a:t>standby</a:t>
            </a:r>
            <a:r>
              <a:rPr lang="hu-HU" sz="2000" dirty="0"/>
              <a:t> </a:t>
            </a:r>
            <a:r>
              <a:rPr lang="hu-HU" sz="2000" dirty="0" err="1"/>
              <a:t>brief</a:t>
            </a:r>
            <a:r>
              <a:rPr lang="hu-HU" sz="2000" dirty="0"/>
              <a:t> 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3FF0403F-EF00-822C-4FE8-72C172866D8B}"/>
              </a:ext>
            </a:extLst>
          </p:cNvPr>
          <p:cNvSpPr txBox="1"/>
          <p:nvPr/>
        </p:nvSpPr>
        <p:spPr>
          <a:xfrm>
            <a:off x="2343150" y="3862878"/>
            <a:ext cx="267362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hu-HU" sz="2000" dirty="0"/>
              <a:t>R2# </a:t>
            </a:r>
            <a:r>
              <a:rPr lang="hu-HU" sz="2000" dirty="0" err="1"/>
              <a:t>sh</a:t>
            </a:r>
            <a:r>
              <a:rPr lang="hu-HU" sz="2000" dirty="0"/>
              <a:t> </a:t>
            </a:r>
            <a:r>
              <a:rPr lang="hu-HU" sz="2000" dirty="0" err="1"/>
              <a:t>standby</a:t>
            </a:r>
            <a:r>
              <a:rPr lang="hu-HU" sz="2000" dirty="0"/>
              <a:t> 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81FB635-0AEB-BA26-3AA3-CD1CD5B53F39}"/>
              </a:ext>
            </a:extLst>
          </p:cNvPr>
          <p:cNvSpPr txBox="1"/>
          <p:nvPr/>
        </p:nvSpPr>
        <p:spPr>
          <a:xfrm>
            <a:off x="6845576" y="4435951"/>
            <a:ext cx="3807542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hu-HU" sz="2000" dirty="0"/>
              <a:t>R2# </a:t>
            </a:r>
            <a:r>
              <a:rPr lang="hu-HU" sz="2000" dirty="0" err="1"/>
              <a:t>sh</a:t>
            </a:r>
            <a:r>
              <a:rPr lang="hu-HU" sz="2000" dirty="0"/>
              <a:t> </a:t>
            </a:r>
            <a:r>
              <a:rPr lang="hu-HU" sz="2000" dirty="0" err="1"/>
              <a:t>standby</a:t>
            </a:r>
            <a:r>
              <a:rPr lang="hu-HU" sz="2000" dirty="0"/>
              <a:t> </a:t>
            </a:r>
            <a:r>
              <a:rPr lang="hu-HU" sz="2000" dirty="0" err="1"/>
              <a:t>brief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3535514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7" grpId="0" animBg="1"/>
      <p:bldP spid="10" grpId="0" animBg="1"/>
      <p:bldP spid="12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0CC0858F-F1E2-684A-AD06-CE9503382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39" y="457742"/>
            <a:ext cx="5925366" cy="6062328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hu-HU" sz="1400" dirty="0"/>
              <a:t>R1# </a:t>
            </a:r>
            <a:r>
              <a:rPr lang="hu-HU" sz="1400" dirty="0" err="1"/>
              <a:t>sh</a:t>
            </a:r>
            <a:r>
              <a:rPr lang="hu-HU" sz="1400" dirty="0"/>
              <a:t> </a:t>
            </a:r>
            <a:r>
              <a:rPr lang="hu-HU" sz="1400" dirty="0" err="1"/>
              <a:t>standby</a:t>
            </a:r>
            <a:endParaRPr lang="hu-HU" sz="1400" dirty="0"/>
          </a:p>
          <a:p>
            <a:r>
              <a:rPr lang="hu-HU" sz="1400" dirty="0"/>
              <a:t>GigabitEthernet0/1 - Group 1 (version 2)</a:t>
            </a:r>
          </a:p>
          <a:p>
            <a:r>
              <a:rPr lang="hu-HU" sz="1400" dirty="0"/>
              <a:t>  </a:t>
            </a:r>
            <a:r>
              <a:rPr lang="hu-HU" sz="1400" dirty="0" err="1"/>
              <a:t>State</a:t>
            </a:r>
            <a:r>
              <a:rPr lang="hu-HU" sz="1400" dirty="0"/>
              <a:t> is </a:t>
            </a:r>
            <a:r>
              <a:rPr lang="hu-HU" sz="1400" dirty="0" err="1"/>
              <a:t>Active</a:t>
            </a:r>
            <a:endParaRPr lang="hu-HU" sz="1400" dirty="0"/>
          </a:p>
          <a:p>
            <a:r>
              <a:rPr lang="hu-HU" sz="1400" dirty="0"/>
              <a:t>    7 </a:t>
            </a:r>
            <a:r>
              <a:rPr lang="hu-HU" sz="1400" dirty="0" err="1"/>
              <a:t>state</a:t>
            </a:r>
            <a:r>
              <a:rPr lang="hu-HU" sz="1400" dirty="0"/>
              <a:t> </a:t>
            </a:r>
            <a:r>
              <a:rPr lang="hu-HU" sz="1400" dirty="0" err="1"/>
              <a:t>changes</a:t>
            </a:r>
            <a:r>
              <a:rPr lang="hu-HU" sz="1400" dirty="0"/>
              <a:t>, last </a:t>
            </a:r>
            <a:r>
              <a:rPr lang="hu-HU" sz="1400" dirty="0" err="1"/>
              <a:t>state</a:t>
            </a:r>
            <a:r>
              <a:rPr lang="hu-HU" sz="1400" dirty="0"/>
              <a:t> </a:t>
            </a:r>
            <a:r>
              <a:rPr lang="hu-HU" sz="1400" dirty="0" err="1"/>
              <a:t>change</a:t>
            </a:r>
            <a:r>
              <a:rPr lang="hu-HU" sz="1400" dirty="0"/>
              <a:t> 00:00:18</a:t>
            </a:r>
          </a:p>
          <a:p>
            <a:r>
              <a:rPr lang="hu-HU" sz="1400" dirty="0"/>
              <a:t>  </a:t>
            </a:r>
            <a:r>
              <a:rPr lang="hu-HU" sz="1400" dirty="0" err="1"/>
              <a:t>Virtual</a:t>
            </a:r>
            <a:r>
              <a:rPr lang="hu-HU" sz="1400" dirty="0"/>
              <a:t> IP </a:t>
            </a:r>
            <a:r>
              <a:rPr lang="hu-HU" sz="1400" dirty="0" err="1"/>
              <a:t>address</a:t>
            </a:r>
            <a:r>
              <a:rPr lang="hu-HU" sz="1400" dirty="0"/>
              <a:t> is 172.16.10.1</a:t>
            </a:r>
          </a:p>
          <a:p>
            <a:r>
              <a:rPr lang="hu-HU" sz="1400" dirty="0"/>
              <a:t>  </a:t>
            </a:r>
            <a:r>
              <a:rPr lang="hu-HU" sz="1400" dirty="0" err="1"/>
              <a:t>Active</a:t>
            </a:r>
            <a:r>
              <a:rPr lang="hu-HU" sz="1400" dirty="0"/>
              <a:t> </a:t>
            </a:r>
            <a:r>
              <a:rPr lang="hu-HU" sz="1400" dirty="0" err="1"/>
              <a:t>virtual</a:t>
            </a:r>
            <a:r>
              <a:rPr lang="hu-HU" sz="1400" dirty="0"/>
              <a:t> MAC </a:t>
            </a:r>
            <a:r>
              <a:rPr lang="hu-HU" sz="1400" dirty="0" err="1"/>
              <a:t>address</a:t>
            </a:r>
            <a:r>
              <a:rPr lang="hu-HU" sz="1400" dirty="0"/>
              <a:t> is 0000.0C9F.F001</a:t>
            </a:r>
          </a:p>
          <a:p>
            <a:r>
              <a:rPr lang="hu-HU" sz="1400" dirty="0"/>
              <a:t>    Local </a:t>
            </a:r>
            <a:r>
              <a:rPr lang="hu-HU" sz="1400" dirty="0" err="1"/>
              <a:t>virtual</a:t>
            </a:r>
            <a:r>
              <a:rPr lang="hu-HU" sz="1400" dirty="0"/>
              <a:t> MAC </a:t>
            </a:r>
            <a:r>
              <a:rPr lang="hu-HU" sz="1400" dirty="0" err="1"/>
              <a:t>address</a:t>
            </a:r>
            <a:r>
              <a:rPr lang="hu-HU" sz="1400" dirty="0"/>
              <a:t> is 0000.0C9F.F001 (v2 </a:t>
            </a:r>
            <a:r>
              <a:rPr lang="hu-HU" sz="1400" dirty="0" err="1"/>
              <a:t>default</a:t>
            </a:r>
            <a:r>
              <a:rPr lang="hu-HU" sz="1400" dirty="0"/>
              <a:t>)</a:t>
            </a:r>
          </a:p>
          <a:p>
            <a:r>
              <a:rPr lang="hu-HU" sz="1400" dirty="0"/>
              <a:t>  Hello </a:t>
            </a:r>
            <a:r>
              <a:rPr lang="hu-HU" sz="1400" dirty="0" err="1"/>
              <a:t>time</a:t>
            </a:r>
            <a:r>
              <a:rPr lang="hu-HU" sz="1400" dirty="0"/>
              <a:t> 3 sec, hold </a:t>
            </a:r>
            <a:r>
              <a:rPr lang="hu-HU" sz="1400" dirty="0" err="1"/>
              <a:t>time</a:t>
            </a:r>
            <a:r>
              <a:rPr lang="hu-HU" sz="1400" dirty="0"/>
              <a:t> 10 sec</a:t>
            </a:r>
          </a:p>
          <a:p>
            <a:r>
              <a:rPr lang="hu-HU" sz="1400" dirty="0"/>
              <a:t>    </a:t>
            </a:r>
            <a:r>
              <a:rPr lang="hu-HU" sz="1400" dirty="0" err="1"/>
              <a:t>Next</a:t>
            </a:r>
            <a:r>
              <a:rPr lang="hu-HU" sz="1400" dirty="0"/>
              <a:t> hello </a:t>
            </a:r>
            <a:r>
              <a:rPr lang="hu-HU" sz="1400" dirty="0" err="1"/>
              <a:t>sent</a:t>
            </a:r>
            <a:r>
              <a:rPr lang="hu-HU" sz="1400" dirty="0"/>
              <a:t> in 2.138 secs</a:t>
            </a:r>
          </a:p>
          <a:p>
            <a:r>
              <a:rPr lang="hu-HU" sz="1400" dirty="0"/>
              <a:t>  </a:t>
            </a:r>
            <a:r>
              <a:rPr lang="hu-HU" sz="1400" dirty="0" err="1"/>
              <a:t>Preemption</a:t>
            </a:r>
            <a:r>
              <a:rPr lang="hu-HU" sz="1400" dirty="0"/>
              <a:t> </a:t>
            </a:r>
            <a:r>
              <a:rPr lang="hu-HU" sz="1400" dirty="0" err="1"/>
              <a:t>enabled</a:t>
            </a:r>
            <a:endParaRPr lang="hu-HU" sz="1400" dirty="0"/>
          </a:p>
          <a:p>
            <a:r>
              <a:rPr lang="hu-HU" sz="1400" dirty="0"/>
              <a:t>  </a:t>
            </a:r>
            <a:r>
              <a:rPr lang="hu-HU" sz="1400" dirty="0" err="1"/>
              <a:t>Active</a:t>
            </a:r>
            <a:r>
              <a:rPr lang="hu-HU" sz="1400" dirty="0"/>
              <a:t> router is local</a:t>
            </a:r>
          </a:p>
          <a:p>
            <a:r>
              <a:rPr lang="hu-HU" sz="1400" dirty="0"/>
              <a:t>  </a:t>
            </a:r>
            <a:r>
              <a:rPr lang="hu-HU" sz="1400" dirty="0" err="1"/>
              <a:t>Standby</a:t>
            </a:r>
            <a:r>
              <a:rPr lang="hu-HU" sz="1400" dirty="0"/>
              <a:t> router is 172.16.10.3, </a:t>
            </a:r>
            <a:r>
              <a:rPr lang="hu-HU" sz="1400" dirty="0" err="1"/>
              <a:t>priority</a:t>
            </a:r>
            <a:r>
              <a:rPr lang="hu-HU" sz="1400" dirty="0"/>
              <a:t> 100 (</a:t>
            </a:r>
            <a:r>
              <a:rPr lang="hu-HU" sz="1400" dirty="0" err="1"/>
              <a:t>expires</a:t>
            </a:r>
            <a:r>
              <a:rPr lang="hu-HU" sz="1400" dirty="0"/>
              <a:t> in 9 sec)</a:t>
            </a:r>
          </a:p>
          <a:p>
            <a:r>
              <a:rPr lang="hu-HU" sz="1400" dirty="0"/>
              <a:t>  </a:t>
            </a:r>
            <a:r>
              <a:rPr lang="hu-HU" sz="1400" dirty="0" err="1"/>
              <a:t>Priority</a:t>
            </a:r>
            <a:r>
              <a:rPr lang="hu-HU" sz="1400" dirty="0"/>
              <a:t> 150 (</a:t>
            </a:r>
            <a:r>
              <a:rPr lang="hu-HU" sz="1400" dirty="0" err="1"/>
              <a:t>configured</a:t>
            </a:r>
            <a:r>
              <a:rPr lang="hu-HU" sz="1400" dirty="0"/>
              <a:t> 150)</a:t>
            </a:r>
          </a:p>
          <a:p>
            <a:r>
              <a:rPr lang="hu-HU" sz="1400" dirty="0"/>
              <a:t>  Group </a:t>
            </a:r>
            <a:r>
              <a:rPr lang="hu-HU" sz="1400" dirty="0" err="1"/>
              <a:t>name</a:t>
            </a:r>
            <a:r>
              <a:rPr lang="hu-HU" sz="1400" dirty="0"/>
              <a:t> is hsrp-Gig0/1-1 (</a:t>
            </a:r>
            <a:r>
              <a:rPr lang="hu-HU" sz="1400" dirty="0" err="1"/>
              <a:t>default</a:t>
            </a:r>
            <a:r>
              <a:rPr lang="hu-HU" sz="1400" dirty="0"/>
              <a:t>)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712C93B-9952-7161-E5DC-DE743E862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457742"/>
            <a:ext cx="6019800" cy="6062328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hu-HU" sz="1400" dirty="0"/>
              <a:t>R2# </a:t>
            </a:r>
            <a:r>
              <a:rPr lang="hu-HU" sz="1400" dirty="0" err="1"/>
              <a:t>sh</a:t>
            </a:r>
            <a:r>
              <a:rPr lang="hu-HU" sz="1400" dirty="0"/>
              <a:t> </a:t>
            </a:r>
            <a:r>
              <a:rPr lang="hu-HU" sz="1400" dirty="0" err="1"/>
              <a:t>standby</a:t>
            </a:r>
            <a:r>
              <a:rPr lang="hu-HU" sz="1400" dirty="0"/>
              <a:t> </a:t>
            </a:r>
          </a:p>
          <a:p>
            <a:r>
              <a:rPr lang="hu-HU" sz="1400" dirty="0"/>
              <a:t>GigabitEthernet0/1 - Group 1 (version 2)</a:t>
            </a:r>
          </a:p>
          <a:p>
            <a:r>
              <a:rPr lang="hu-HU" sz="1400" dirty="0"/>
              <a:t>  </a:t>
            </a:r>
            <a:r>
              <a:rPr lang="hu-HU" sz="1400" dirty="0" err="1"/>
              <a:t>State</a:t>
            </a:r>
            <a:r>
              <a:rPr lang="hu-HU" sz="1400" dirty="0"/>
              <a:t> is </a:t>
            </a:r>
            <a:r>
              <a:rPr lang="hu-HU" sz="1400" dirty="0" err="1"/>
              <a:t>Standby</a:t>
            </a:r>
            <a:endParaRPr lang="hu-HU" sz="1400" dirty="0"/>
          </a:p>
          <a:p>
            <a:r>
              <a:rPr lang="hu-HU" sz="1400" dirty="0"/>
              <a:t>    9 </a:t>
            </a:r>
            <a:r>
              <a:rPr lang="hu-HU" sz="1400" dirty="0" err="1"/>
              <a:t>state</a:t>
            </a:r>
            <a:r>
              <a:rPr lang="hu-HU" sz="1400" dirty="0"/>
              <a:t> </a:t>
            </a:r>
            <a:r>
              <a:rPr lang="hu-HU" sz="1400" dirty="0" err="1"/>
              <a:t>changes</a:t>
            </a:r>
            <a:r>
              <a:rPr lang="hu-HU" sz="1400" dirty="0"/>
              <a:t>, last </a:t>
            </a:r>
            <a:r>
              <a:rPr lang="hu-HU" sz="1400" dirty="0" err="1"/>
              <a:t>state</a:t>
            </a:r>
            <a:r>
              <a:rPr lang="hu-HU" sz="1400" dirty="0"/>
              <a:t> </a:t>
            </a:r>
            <a:r>
              <a:rPr lang="hu-HU" sz="1400" dirty="0" err="1"/>
              <a:t>change</a:t>
            </a:r>
            <a:r>
              <a:rPr lang="hu-HU" sz="1400" dirty="0"/>
              <a:t> 00:00:41</a:t>
            </a:r>
          </a:p>
          <a:p>
            <a:r>
              <a:rPr lang="hu-HU" sz="1400" dirty="0"/>
              <a:t>  </a:t>
            </a:r>
            <a:r>
              <a:rPr lang="hu-HU" sz="1400" dirty="0" err="1"/>
              <a:t>Virtual</a:t>
            </a:r>
            <a:r>
              <a:rPr lang="hu-HU" sz="1400" dirty="0"/>
              <a:t> IP </a:t>
            </a:r>
            <a:r>
              <a:rPr lang="hu-HU" sz="1400" dirty="0" err="1"/>
              <a:t>address</a:t>
            </a:r>
            <a:r>
              <a:rPr lang="hu-HU" sz="1400" dirty="0"/>
              <a:t> is 172.16.10.1</a:t>
            </a:r>
          </a:p>
          <a:p>
            <a:r>
              <a:rPr lang="hu-HU" sz="1400" dirty="0"/>
              <a:t>  </a:t>
            </a:r>
            <a:r>
              <a:rPr lang="hu-HU" sz="1400" dirty="0" err="1"/>
              <a:t>Active</a:t>
            </a:r>
            <a:r>
              <a:rPr lang="hu-HU" sz="1400" dirty="0"/>
              <a:t> </a:t>
            </a:r>
            <a:r>
              <a:rPr lang="hu-HU" sz="1400" dirty="0" err="1"/>
              <a:t>virtual</a:t>
            </a:r>
            <a:r>
              <a:rPr lang="hu-HU" sz="1400" dirty="0"/>
              <a:t> MAC </a:t>
            </a:r>
            <a:r>
              <a:rPr lang="hu-HU" sz="1400" dirty="0" err="1"/>
              <a:t>address</a:t>
            </a:r>
            <a:r>
              <a:rPr lang="hu-HU" sz="1400" dirty="0"/>
              <a:t> is 0000.0C9F.F001</a:t>
            </a:r>
          </a:p>
          <a:p>
            <a:r>
              <a:rPr lang="hu-HU" sz="1400" dirty="0"/>
              <a:t>    Local </a:t>
            </a:r>
            <a:r>
              <a:rPr lang="hu-HU" sz="1400" dirty="0" err="1"/>
              <a:t>virtual</a:t>
            </a:r>
            <a:r>
              <a:rPr lang="hu-HU" sz="1400" dirty="0"/>
              <a:t> MAC </a:t>
            </a:r>
            <a:r>
              <a:rPr lang="hu-HU" sz="1400" dirty="0" err="1"/>
              <a:t>address</a:t>
            </a:r>
            <a:r>
              <a:rPr lang="hu-HU" sz="1400" dirty="0"/>
              <a:t> is 0000.0C9F.F001 (v2 </a:t>
            </a:r>
            <a:r>
              <a:rPr lang="hu-HU" sz="1400" dirty="0" err="1"/>
              <a:t>default</a:t>
            </a:r>
            <a:r>
              <a:rPr lang="hu-HU" sz="1400" dirty="0"/>
              <a:t>)</a:t>
            </a:r>
          </a:p>
          <a:p>
            <a:r>
              <a:rPr lang="hu-HU" sz="1400" dirty="0"/>
              <a:t>  Hello </a:t>
            </a:r>
            <a:r>
              <a:rPr lang="hu-HU" sz="1400" dirty="0" err="1"/>
              <a:t>time</a:t>
            </a:r>
            <a:r>
              <a:rPr lang="hu-HU" sz="1400" dirty="0"/>
              <a:t> 3 sec, hold </a:t>
            </a:r>
            <a:r>
              <a:rPr lang="hu-HU" sz="1400" dirty="0" err="1"/>
              <a:t>time</a:t>
            </a:r>
            <a:r>
              <a:rPr lang="hu-HU" sz="1400" dirty="0"/>
              <a:t> 10 sec</a:t>
            </a:r>
          </a:p>
          <a:p>
            <a:r>
              <a:rPr lang="hu-HU" sz="1400" dirty="0"/>
              <a:t>    </a:t>
            </a:r>
            <a:r>
              <a:rPr lang="hu-HU" sz="1400" dirty="0" err="1"/>
              <a:t>Next</a:t>
            </a:r>
            <a:r>
              <a:rPr lang="hu-HU" sz="1400" dirty="0"/>
              <a:t> hello </a:t>
            </a:r>
            <a:r>
              <a:rPr lang="hu-HU" sz="1400" dirty="0" err="1"/>
              <a:t>sent</a:t>
            </a:r>
            <a:r>
              <a:rPr lang="hu-HU" sz="1400" dirty="0"/>
              <a:t> in 0.42 secs</a:t>
            </a:r>
          </a:p>
          <a:p>
            <a:r>
              <a:rPr lang="hu-HU" sz="1400" dirty="0"/>
              <a:t>  </a:t>
            </a:r>
            <a:r>
              <a:rPr lang="hu-HU" sz="1400" dirty="0" err="1"/>
              <a:t>Preemption</a:t>
            </a:r>
            <a:r>
              <a:rPr lang="hu-HU" sz="1400" dirty="0"/>
              <a:t> </a:t>
            </a:r>
            <a:r>
              <a:rPr lang="hu-HU" sz="1400" dirty="0" err="1"/>
              <a:t>enabled</a:t>
            </a:r>
            <a:endParaRPr lang="hu-HU" sz="1400" dirty="0"/>
          </a:p>
          <a:p>
            <a:r>
              <a:rPr lang="hu-HU" sz="1400" dirty="0"/>
              <a:t>  </a:t>
            </a:r>
            <a:r>
              <a:rPr lang="hu-HU" sz="1400" dirty="0" err="1"/>
              <a:t>Active</a:t>
            </a:r>
            <a:r>
              <a:rPr lang="hu-HU" sz="1400" dirty="0"/>
              <a:t> router is 172.16.10.2, </a:t>
            </a:r>
            <a:r>
              <a:rPr lang="hu-HU" sz="1400" dirty="0" err="1"/>
              <a:t>priority</a:t>
            </a:r>
            <a:r>
              <a:rPr lang="hu-HU" sz="1400" dirty="0"/>
              <a:t> 150 (</a:t>
            </a:r>
            <a:r>
              <a:rPr lang="hu-HU" sz="1400" dirty="0" err="1"/>
              <a:t>expires</a:t>
            </a:r>
            <a:r>
              <a:rPr lang="hu-HU" sz="1400" dirty="0"/>
              <a:t> in 8 sec)</a:t>
            </a:r>
          </a:p>
          <a:p>
            <a:r>
              <a:rPr lang="hu-HU" sz="1400" dirty="0"/>
              <a:t>    MAC </a:t>
            </a:r>
            <a:r>
              <a:rPr lang="hu-HU" sz="1400" dirty="0" err="1"/>
              <a:t>address</a:t>
            </a:r>
            <a:r>
              <a:rPr lang="hu-HU" sz="1400" dirty="0"/>
              <a:t> is 0000.0C9F.F001</a:t>
            </a:r>
          </a:p>
          <a:p>
            <a:r>
              <a:rPr lang="hu-HU" sz="1400" dirty="0"/>
              <a:t>  </a:t>
            </a:r>
            <a:r>
              <a:rPr lang="hu-HU" sz="1400" dirty="0" err="1"/>
              <a:t>Standby</a:t>
            </a:r>
            <a:r>
              <a:rPr lang="hu-HU" sz="1400" dirty="0"/>
              <a:t> router is local</a:t>
            </a:r>
          </a:p>
          <a:p>
            <a:r>
              <a:rPr lang="hu-HU" sz="1400" dirty="0"/>
              <a:t>  </a:t>
            </a:r>
            <a:r>
              <a:rPr lang="hu-HU" sz="1400" dirty="0" err="1"/>
              <a:t>Priority</a:t>
            </a:r>
            <a:r>
              <a:rPr lang="hu-HU" sz="1400" dirty="0"/>
              <a:t> 100 (</a:t>
            </a:r>
            <a:r>
              <a:rPr lang="hu-HU" sz="1400" dirty="0" err="1"/>
              <a:t>default</a:t>
            </a:r>
            <a:r>
              <a:rPr lang="hu-HU" sz="1400" dirty="0"/>
              <a:t> 100)</a:t>
            </a:r>
          </a:p>
          <a:p>
            <a:r>
              <a:rPr lang="hu-HU" sz="1400" dirty="0"/>
              <a:t>  Group </a:t>
            </a:r>
            <a:r>
              <a:rPr lang="hu-HU" sz="1400" dirty="0" err="1"/>
              <a:t>name</a:t>
            </a:r>
            <a:r>
              <a:rPr lang="hu-HU" sz="1400" dirty="0"/>
              <a:t> is hsrp-Gig0/1-1 (</a:t>
            </a:r>
            <a:r>
              <a:rPr lang="hu-HU" sz="1400" dirty="0" err="1"/>
              <a:t>default</a:t>
            </a:r>
            <a:r>
              <a:rPr lang="hu-HU" sz="1400" dirty="0"/>
              <a:t>)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903C09F-D8C1-E67B-A065-4E262508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HSRP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D8431DA-76A6-9FAD-F053-DA596F471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96388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AnalogousFromLightSeedLeftStep">
      <a:dk1>
        <a:srgbClr val="000000"/>
      </a:dk1>
      <a:lt1>
        <a:srgbClr val="FFFFFF"/>
      </a:lt1>
      <a:dk2>
        <a:srgbClr val="1B2F2C"/>
      </a:dk2>
      <a:lt2>
        <a:srgbClr val="F0F0F3"/>
      </a:lt2>
      <a:accent1>
        <a:srgbClr val="A7A259"/>
      </a:accent1>
      <a:accent2>
        <a:srgbClr val="D99147"/>
      </a:accent2>
      <a:accent3>
        <a:srgbClr val="E38379"/>
      </a:accent3>
      <a:accent4>
        <a:srgbClr val="DD5C85"/>
      </a:accent4>
      <a:accent5>
        <a:srgbClr val="E379C8"/>
      </a:accent5>
      <a:accent6>
        <a:srgbClr val="C95CDD"/>
      </a:accent6>
      <a:hlink>
        <a:srgbClr val="6C71B0"/>
      </a:hlink>
      <a:folHlink>
        <a:srgbClr val="7F7F7F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675</Words>
  <Application>Microsoft Office PowerPoint</Application>
  <PresentationFormat>Szélesvásznú</PresentationFormat>
  <Paragraphs>126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Aptos</vt:lpstr>
      <vt:lpstr>Arial</vt:lpstr>
      <vt:lpstr>Trade Gothic Next Cond</vt:lpstr>
      <vt:lpstr>Trade Gothic Next Light</vt:lpstr>
      <vt:lpstr>PortalVTI</vt:lpstr>
      <vt:lpstr>HSRP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Sándor Torma</dc:creator>
  <cp:lastModifiedBy>Sándor Torma</cp:lastModifiedBy>
  <cp:revision>1</cp:revision>
  <dcterms:created xsi:type="dcterms:W3CDTF">2024-10-23T15:09:29Z</dcterms:created>
  <dcterms:modified xsi:type="dcterms:W3CDTF">2024-10-23T15:36:53Z</dcterms:modified>
</cp:coreProperties>
</file>