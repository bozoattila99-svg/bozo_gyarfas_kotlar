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98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8628E9-F09F-43C2-8990-87E440148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CD359D6-EDEB-4149-9245-721FC98E2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98377A8-1C26-4E2D-92D8-61BD6A2A9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D1BD6-A5EE-4A27-830A-F1631BABFF30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59E90CB-947A-490E-8BCF-69D4449B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5E3D9F8-9EC4-41CB-8B9A-6B9390F70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FC49-E762-48B1-9AB4-A96142E41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787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75DDBC-0987-4654-A036-BDDF41C94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B7000B-7B8E-4860-8D2E-199987730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8470841-9466-49E1-8B68-91B21DC06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D1BD6-A5EE-4A27-830A-F1631BABFF30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EF1937-3BA7-42F5-937E-44227B513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BBB1BDB-521A-44FC-A1DC-78F8C991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FC49-E762-48B1-9AB4-A96142E41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106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74F099-E5CB-4A76-AC77-7363F2E55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1371246-5C4D-4BFD-AE0B-FC6ABB6D5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DA6BA6D-97C4-4555-9DFF-3B0E2EB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D1BD6-A5EE-4A27-830A-F1631BABFF30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C79100F-FCA8-4FA0-BE0A-35B2C4685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1F177FA-EEC9-4167-AE74-FA568267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FC49-E762-48B1-9AB4-A96142E41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277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BCE32F-7E10-4A96-B631-63DA32AC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BF6E3D4-C5C5-4855-8655-411624453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E6F5B7D-4F7A-41F9-AD61-AABEDE443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2C458C8-02FD-4347-9EC4-54E95989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D1BD6-A5EE-4A27-830A-F1631BABFF30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E794545-F677-4B65-A4AD-553E7FCEA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81327C9-C42E-400B-BEB2-E7AC1A6E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FC49-E762-48B1-9AB4-A96142E41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611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AC91C6-6A0A-4414-9A27-DD3C60736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C36FFAE-B945-4171-B582-8AD9AF22A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76F16F3-7023-4095-9AC5-E88743E7F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4872C34-A6C3-42E3-935E-7F75F3063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E843543-6339-48C7-9E05-3F3D37D3E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04FE75B1-B237-4386-B204-C2EFF86D4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D1BD6-A5EE-4A27-830A-F1631BABFF30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B4E05FF-A0A8-4451-8AA7-C6213281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A728277-3324-4481-BEC3-BA337777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FC49-E762-48B1-9AB4-A96142E41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1166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EC2807-BC7D-4C36-87C5-91BB6656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81A09DD-96C2-433A-851C-4614C10CB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D1BD6-A5EE-4A27-830A-F1631BABFF30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F0C6CFB-227B-4E4B-8B35-ED10D123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34D4138-7EB3-40F8-BB25-C74E3839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FC49-E762-48B1-9AB4-A96142E41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991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A53030A-E1D1-4CBA-8DD2-275F5D444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D1BD6-A5EE-4A27-830A-F1631BABFF30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F41B7B7-A77E-4BF9-A0A5-BA9743077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CD4769C-574E-43C2-B66E-6DC6CF66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FC49-E762-48B1-9AB4-A96142E41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4934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29F2C5-FE46-4155-9B39-B848DAE5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C0C5A4-FB0D-4504-A9AE-761E740C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8015C73-3EA4-436C-BF2E-AA97F3C08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F073A38-CE60-4A22-B0CE-C8C3056F9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D1BD6-A5EE-4A27-830A-F1631BABFF30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B59746F-5876-47F5-8019-A9643C88C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E1B3169-57C9-4457-A84C-EC0A4530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FC49-E762-48B1-9AB4-A96142E41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484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336FB5-5E20-4A27-9FDB-105EFDDAA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34C52A0-5294-449A-AB25-C0304F803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C18AAC7-01BC-4326-ABD2-037706A28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5FD330A-5C1A-4A27-9E8B-32D02939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D1BD6-A5EE-4A27-830A-F1631BABFF30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E392CAF-2B08-445D-819A-A0D5076C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77CE290-5C06-4B25-AF48-5616188F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FC49-E762-48B1-9AB4-A96142E41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815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A73390-1A95-4AE7-B5E3-D55ED6E6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C7BA4E2-22D4-41E7-A27A-0A80D3B49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19217AC-E530-4393-9F58-3873DE8E6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D1BD6-A5EE-4A27-830A-F1631BABFF30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E6827EE-302E-4624-B371-976194F6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008C8FC-DE38-4976-BA5C-9FDA0ED4D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FC49-E762-48B1-9AB4-A96142E41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419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AFA6688-0142-45FC-B36E-7627815D5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4D7933A-FC90-4A7D-91AC-D89C96120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7352CEC-B715-474B-B22C-C4F2BA721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D1BD6-A5EE-4A27-830A-F1631BABFF30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1FD0398-80A4-4B2F-9FE2-AC790379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C8A3152-657C-4E33-9B8B-D79BFA32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FC49-E762-48B1-9AB4-A96142E41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9879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>
                <a:lumMod val="40000"/>
                <a:lumOff val="60000"/>
              </a:schemeClr>
            </a:gs>
            <a:gs pos="27000">
              <a:srgbClr val="7030A0"/>
            </a:gs>
            <a:gs pos="80000">
              <a:schemeClr val="accent5">
                <a:lumMod val="40000"/>
                <a:lumOff val="60000"/>
              </a:schemeClr>
            </a:gs>
            <a:gs pos="58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A6DAF99-C50D-41FD-8971-6A0ED0BAB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49D7132-C2E3-41A2-8111-204DCAD4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FA5AD2C-7463-4C46-8225-0B5DFF20B7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D1BD6-A5EE-4A27-830A-F1631BABFF30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726B4DB-B4FC-4F38-946B-CCA82958E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126CD4B-693C-4DE7-8131-97D758693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3FC49-E762-48B1-9AB4-A96142E414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526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F62393-E322-4074-8F0F-F5A9F397D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hu-HU" b="1" i="1" u="sng" dirty="0"/>
              <a:t>Cisco </a:t>
            </a:r>
            <a:r>
              <a:rPr lang="hu-HU" b="1" i="1" u="sng" dirty="0" err="1"/>
              <a:t>switchek</a:t>
            </a:r>
            <a:r>
              <a:rPr lang="hu-HU" b="1" i="1" u="sng" dirty="0"/>
              <a:t> szerepe és előnyei a modern hálózatokban</a:t>
            </a:r>
            <a:endParaRPr lang="hu-HU" i="1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82B0602-7FA6-4B3D-A447-D4D8DB807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223000"/>
            <a:ext cx="3771900" cy="635000"/>
          </a:xfrm>
        </p:spPr>
        <p:txBody>
          <a:bodyPr/>
          <a:lstStyle/>
          <a:p>
            <a:r>
              <a:rPr lang="hu-HU" b="1" dirty="0" err="1"/>
              <a:t>Készítette</a:t>
            </a:r>
            <a:r>
              <a:rPr lang="hu-HU" dirty="0" err="1"/>
              <a:t>:Gyárfás-Tót</a:t>
            </a:r>
            <a:r>
              <a:rPr lang="hu-HU" dirty="0"/>
              <a:t> Péter</a:t>
            </a:r>
          </a:p>
        </p:txBody>
      </p:sp>
    </p:spTree>
    <p:extLst>
      <p:ext uri="{BB962C8B-B14F-4D97-AF65-F5344CB8AC3E}">
        <p14:creationId xmlns:p14="http://schemas.microsoft.com/office/powerpoint/2010/main" val="390426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589C9C-7609-419A-A20B-8F88C9D31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3650" y="339725"/>
            <a:ext cx="7124700" cy="1082675"/>
          </a:xfrm>
        </p:spPr>
        <p:txBody>
          <a:bodyPr/>
          <a:lstStyle/>
          <a:p>
            <a:r>
              <a:rPr lang="hu-HU" b="1" i="1" u="sng" dirty="0"/>
              <a:t>Cisco </a:t>
            </a:r>
            <a:r>
              <a:rPr lang="hu-HU" b="1" i="1" u="sng" dirty="0" err="1"/>
              <a:t>switch</a:t>
            </a:r>
            <a:r>
              <a:rPr lang="hu-HU" b="1" i="1" u="sng" dirty="0"/>
              <a:t> működési alapelvei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DB2E38-5DBA-4EE1-BCB1-61F656536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1973262"/>
            <a:ext cx="7620000" cy="2911475"/>
          </a:xfrm>
        </p:spPr>
        <p:txBody>
          <a:bodyPr/>
          <a:lstStyle/>
          <a:p>
            <a:r>
              <a:rPr lang="hu-HU" dirty="0"/>
              <a:t>A Cisco </a:t>
            </a:r>
            <a:r>
              <a:rPr lang="hu-HU" dirty="0" err="1"/>
              <a:t>switchek</a:t>
            </a:r>
            <a:r>
              <a:rPr lang="hu-HU" dirty="0"/>
              <a:t> az </a:t>
            </a:r>
            <a:r>
              <a:rPr lang="hu-HU" b="1" dirty="0"/>
              <a:t>OSI modell 2. rétegén (adatkapcsolati réteg)</a:t>
            </a:r>
            <a:r>
              <a:rPr lang="hu-HU" dirty="0"/>
              <a:t> működnek.</a:t>
            </a:r>
          </a:p>
          <a:p>
            <a:r>
              <a:rPr lang="hu-HU" b="1" dirty="0"/>
              <a:t>MAC-cím alapján</a:t>
            </a:r>
            <a:r>
              <a:rPr lang="hu-HU" dirty="0"/>
              <a:t> azonosítják a hálózatra kapcsolódott eszközöket.</a:t>
            </a:r>
          </a:p>
          <a:p>
            <a:r>
              <a:rPr lang="hu-HU" dirty="0"/>
              <a:t>Dinamikusan építik fel a </a:t>
            </a:r>
            <a:r>
              <a:rPr lang="hu-HU" b="1" dirty="0"/>
              <a:t>MAC-cím táblát</a:t>
            </a:r>
          </a:p>
          <a:p>
            <a:r>
              <a:rPr lang="hu-HU" dirty="0"/>
              <a:t>Minimalizálják a hálózati forgalmat</a:t>
            </a:r>
          </a:p>
        </p:txBody>
      </p:sp>
    </p:spTree>
    <p:extLst>
      <p:ext uri="{BB962C8B-B14F-4D97-AF65-F5344CB8AC3E}">
        <p14:creationId xmlns:p14="http://schemas.microsoft.com/office/powerpoint/2010/main" val="366422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4BA7EC-5449-4D67-BCE1-52033632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0" y="365125"/>
            <a:ext cx="5892800" cy="1325563"/>
          </a:xfrm>
        </p:spPr>
        <p:txBody>
          <a:bodyPr/>
          <a:lstStyle/>
          <a:p>
            <a:r>
              <a:rPr lang="hu-HU" b="1" i="1" u="sng" dirty="0"/>
              <a:t>A Cisco </a:t>
            </a:r>
            <a:r>
              <a:rPr lang="hu-HU" b="1" i="1" u="sng" dirty="0" err="1"/>
              <a:t>switchek</a:t>
            </a:r>
            <a:r>
              <a:rPr lang="hu-HU" b="1" i="1" u="sng" dirty="0"/>
              <a:t> típusai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EFFE91-5DB7-4B02-B3D3-1E46D7819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900" y="1690688"/>
            <a:ext cx="8966200" cy="4206875"/>
          </a:xfrm>
        </p:spPr>
        <p:txBody>
          <a:bodyPr/>
          <a:lstStyle/>
          <a:p>
            <a:r>
              <a:rPr lang="hu-HU" b="1" i="1" u="sng" dirty="0"/>
              <a:t>a) Access </a:t>
            </a:r>
            <a:r>
              <a:rPr lang="hu-HU" b="1" i="1" u="sng" dirty="0" err="1"/>
              <a:t>switchek</a:t>
            </a:r>
            <a:endParaRPr lang="hu-HU" dirty="0"/>
          </a:p>
          <a:p>
            <a:r>
              <a:rPr lang="hu-HU" dirty="0"/>
              <a:t>A hálózati végpontok (</a:t>
            </a:r>
            <a:r>
              <a:rPr lang="hu-HU" b="1" dirty="0"/>
              <a:t>pl. számítógépek, IP-telefonok</a:t>
            </a:r>
            <a:r>
              <a:rPr lang="hu-HU" dirty="0"/>
              <a:t>) kapcsolódnak hozzájuk.</a:t>
            </a:r>
          </a:p>
          <a:p>
            <a:r>
              <a:rPr lang="hu-HU" b="1" i="1" u="sng" dirty="0"/>
              <a:t>b) </a:t>
            </a:r>
            <a:r>
              <a:rPr lang="hu-HU" b="1" i="1" u="sng" dirty="0" err="1"/>
              <a:t>Distribution</a:t>
            </a:r>
            <a:r>
              <a:rPr lang="hu-HU" b="1" i="1" u="sng" dirty="0"/>
              <a:t> </a:t>
            </a:r>
            <a:r>
              <a:rPr lang="hu-HU" b="1" i="1" u="sng" dirty="0" err="1"/>
              <a:t>switchek</a:t>
            </a:r>
            <a:endParaRPr lang="hu-HU" dirty="0"/>
          </a:p>
          <a:p>
            <a:r>
              <a:rPr lang="hu-HU" dirty="0"/>
              <a:t>Több </a:t>
            </a:r>
            <a:r>
              <a:rPr lang="hu-HU" dirty="0" err="1"/>
              <a:t>access</a:t>
            </a:r>
            <a:r>
              <a:rPr lang="hu-HU" dirty="0"/>
              <a:t> </a:t>
            </a:r>
            <a:r>
              <a:rPr lang="hu-HU" dirty="0" err="1"/>
              <a:t>switch</a:t>
            </a:r>
            <a:r>
              <a:rPr lang="hu-HU" dirty="0"/>
              <a:t> forgalmát gyűjtik össze.</a:t>
            </a:r>
          </a:p>
          <a:p>
            <a:r>
              <a:rPr lang="hu-HU" dirty="0"/>
              <a:t>Továbbítják a forgalmat a </a:t>
            </a:r>
            <a:r>
              <a:rPr lang="hu-HU" dirty="0" err="1"/>
              <a:t>core</a:t>
            </a:r>
            <a:r>
              <a:rPr lang="hu-HU" dirty="0"/>
              <a:t> </a:t>
            </a:r>
            <a:r>
              <a:rPr lang="hu-HU" dirty="0" err="1"/>
              <a:t>switch</a:t>
            </a:r>
            <a:r>
              <a:rPr lang="hu-HU" dirty="0"/>
              <a:t> felé.</a:t>
            </a:r>
          </a:p>
          <a:p>
            <a:r>
              <a:rPr lang="hu-HU" b="1" i="1" dirty="0"/>
              <a:t>c)</a:t>
            </a:r>
            <a:r>
              <a:rPr lang="hu-HU" b="1" dirty="0"/>
              <a:t> </a:t>
            </a:r>
            <a:r>
              <a:rPr lang="hu-HU" b="1" i="1" u="sng" dirty="0" err="1"/>
              <a:t>Core</a:t>
            </a:r>
            <a:r>
              <a:rPr lang="hu-HU" b="1" i="1" u="sng" dirty="0"/>
              <a:t> </a:t>
            </a:r>
            <a:r>
              <a:rPr lang="hu-HU" b="1" i="1" u="sng" dirty="0" err="1"/>
              <a:t>switchek</a:t>
            </a:r>
            <a:endParaRPr lang="hu-HU" dirty="0"/>
          </a:p>
          <a:p>
            <a:r>
              <a:rPr lang="hu-HU" dirty="0"/>
              <a:t>A hálózat gerincét alkotják, nagy sebességű kapcsolatokkal</a:t>
            </a:r>
          </a:p>
        </p:txBody>
      </p:sp>
    </p:spTree>
    <p:extLst>
      <p:ext uri="{BB962C8B-B14F-4D97-AF65-F5344CB8AC3E}">
        <p14:creationId xmlns:p14="http://schemas.microsoft.com/office/powerpoint/2010/main" val="374391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55D382-EB4D-4A38-A944-E6E11CB9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050" y="492125"/>
            <a:ext cx="6565900" cy="1171575"/>
          </a:xfrm>
        </p:spPr>
        <p:txBody>
          <a:bodyPr/>
          <a:lstStyle/>
          <a:p>
            <a:r>
              <a:rPr lang="hu-HU" b="1" dirty="0"/>
              <a:t>Főbb funkciók és képességek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0F9931-5F30-4BC6-872C-DFFB9DBBF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0" y="2016125"/>
            <a:ext cx="6299200" cy="3343275"/>
          </a:xfrm>
        </p:spPr>
        <p:txBody>
          <a:bodyPr/>
          <a:lstStyle/>
          <a:p>
            <a:r>
              <a:rPr lang="hu-HU" b="1" u="sng" dirty="0"/>
              <a:t>VLAN támogatás</a:t>
            </a:r>
          </a:p>
          <a:p>
            <a:r>
              <a:rPr lang="hu-HU" b="1" u="sng" dirty="0" err="1"/>
              <a:t>QoS</a:t>
            </a:r>
            <a:r>
              <a:rPr lang="hu-HU" b="1" u="sng" dirty="0"/>
              <a:t> (</a:t>
            </a:r>
            <a:r>
              <a:rPr lang="hu-HU" b="1" u="sng" dirty="0" err="1"/>
              <a:t>Quality</a:t>
            </a:r>
            <a:r>
              <a:rPr lang="hu-HU" b="1" u="sng" dirty="0"/>
              <a:t> of Service)</a:t>
            </a:r>
          </a:p>
          <a:p>
            <a:r>
              <a:rPr lang="hu-HU" b="1" u="sng" dirty="0" err="1"/>
              <a:t>PoE</a:t>
            </a:r>
            <a:r>
              <a:rPr lang="hu-HU" b="1" u="sng" dirty="0"/>
              <a:t> (</a:t>
            </a:r>
            <a:r>
              <a:rPr lang="hu-HU" b="1" u="sng" dirty="0" err="1"/>
              <a:t>Power</a:t>
            </a:r>
            <a:r>
              <a:rPr lang="hu-HU" b="1" u="sng" dirty="0"/>
              <a:t> over Ethernet)</a:t>
            </a:r>
          </a:p>
          <a:p>
            <a:r>
              <a:rPr lang="hu-HU" b="1" dirty="0"/>
              <a:t>STP (</a:t>
            </a:r>
            <a:r>
              <a:rPr lang="hu-HU" b="1" dirty="0" err="1"/>
              <a:t>Spanning</a:t>
            </a:r>
            <a:r>
              <a:rPr lang="hu-HU" b="1" dirty="0"/>
              <a:t> </a:t>
            </a:r>
            <a:r>
              <a:rPr lang="hu-HU" b="1" dirty="0" err="1"/>
              <a:t>Tree</a:t>
            </a:r>
            <a:r>
              <a:rPr lang="hu-HU" b="1" dirty="0"/>
              <a:t> </a:t>
            </a:r>
            <a:r>
              <a:rPr lang="hu-HU" b="1" dirty="0" err="1"/>
              <a:t>Protocol</a:t>
            </a:r>
            <a:r>
              <a:rPr lang="hu-HU" b="1" dirty="0"/>
              <a:t>)</a:t>
            </a:r>
          </a:p>
          <a:p>
            <a:r>
              <a:rPr lang="hu-HU" b="1" u="sng" dirty="0"/>
              <a:t>Port </a:t>
            </a:r>
            <a:r>
              <a:rPr lang="hu-HU" b="1" u="sng" dirty="0" err="1"/>
              <a:t>security</a:t>
            </a:r>
            <a:endParaRPr lang="hu-HU" b="1" u="sng" dirty="0"/>
          </a:p>
          <a:p>
            <a:r>
              <a:rPr lang="hu-HU" b="1" u="sng" dirty="0" err="1"/>
              <a:t>Remote</a:t>
            </a:r>
            <a:r>
              <a:rPr lang="hu-HU" b="1" u="sng" dirty="0"/>
              <a:t> management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2129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020449-1188-4F09-91E4-7C440784A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415925"/>
            <a:ext cx="9258300" cy="1196975"/>
          </a:xfrm>
        </p:spPr>
        <p:txBody>
          <a:bodyPr>
            <a:normAutofit fontScale="90000"/>
          </a:bodyPr>
          <a:lstStyle/>
          <a:p>
            <a:r>
              <a:rPr lang="hu-HU" b="1" u="sng" dirty="0"/>
              <a:t>Cisco </a:t>
            </a:r>
            <a:r>
              <a:rPr lang="hu-HU" b="1" u="sng" dirty="0" err="1"/>
              <a:t>switchek</a:t>
            </a:r>
            <a:r>
              <a:rPr lang="hu-HU" b="1" u="sng" dirty="0"/>
              <a:t> szerepe és előnyei a modern hálózatokban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02E9BC0-E7A5-4B9F-A8F0-F7D35A04D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1968500"/>
            <a:ext cx="10541000" cy="4473575"/>
          </a:xfrm>
        </p:spPr>
        <p:txBody>
          <a:bodyPr/>
          <a:lstStyle/>
          <a:p>
            <a:r>
              <a:rPr lang="hu-HU" b="1" u="sng" dirty="0"/>
              <a:t>1. Megbízhatóság és stabilitás</a:t>
            </a:r>
          </a:p>
          <a:p>
            <a:pPr marL="0" indent="0">
              <a:buNone/>
            </a:pPr>
            <a:r>
              <a:rPr lang="hu-HU" dirty="0"/>
              <a:t>Cisco eszközök ipari szabványként tekinthetők – hosszú élettartam, folyamatos szoftverfrissítések, kiforrott technológia</a:t>
            </a:r>
          </a:p>
          <a:p>
            <a:pPr marL="0" indent="0">
              <a:buNone/>
            </a:pPr>
            <a:r>
              <a:rPr lang="hu-HU" b="1" u="sng" dirty="0"/>
              <a:t>2. Biztonság</a:t>
            </a:r>
            <a:endParaRPr lang="hu-HU" b="1" dirty="0"/>
          </a:p>
          <a:p>
            <a:pPr marL="0" indent="0">
              <a:buNone/>
            </a:pPr>
            <a:r>
              <a:rPr lang="hu-HU" dirty="0"/>
              <a:t>Cisco </a:t>
            </a:r>
            <a:r>
              <a:rPr lang="hu-HU" dirty="0" err="1"/>
              <a:t>switchek</a:t>
            </a:r>
            <a:r>
              <a:rPr lang="hu-HU" dirty="0"/>
              <a:t> számos </a:t>
            </a:r>
            <a:r>
              <a:rPr lang="hu-HU" b="1" dirty="0"/>
              <a:t>beépített biztonsági funkcióval</a:t>
            </a:r>
            <a:r>
              <a:rPr lang="hu-HU" dirty="0"/>
              <a:t> rendelkeznek, amelyek támogatják a vállalati szintű IT-védelmet</a:t>
            </a:r>
          </a:p>
          <a:p>
            <a:pPr marL="0" indent="0">
              <a:buNone/>
            </a:pPr>
            <a:r>
              <a:rPr lang="hu-HU" b="1" u="sng" dirty="0"/>
              <a:t>3.Skálázhatóság</a:t>
            </a:r>
            <a:endParaRPr lang="hu-HU" b="1" dirty="0"/>
          </a:p>
          <a:p>
            <a:pPr marL="0" indent="0">
              <a:buNone/>
            </a:pPr>
            <a:r>
              <a:rPr lang="hu-HU" dirty="0"/>
              <a:t>A Cisco eszközök képesek kis hálózatoktól a globális szintű infrastruktúrákig történő méretezésre</a:t>
            </a:r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72677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EE783E-E2E9-4ACF-B467-C33E9C35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2798762"/>
            <a:ext cx="5740400" cy="2090738"/>
          </a:xfrm>
        </p:spPr>
        <p:txBody>
          <a:bodyPr/>
          <a:lstStyle/>
          <a:p>
            <a:r>
              <a:rPr lang="hu-HU" i="1" dirty="0"/>
              <a:t>Köszönöm a figyelmet</a:t>
            </a:r>
          </a:p>
        </p:txBody>
      </p:sp>
    </p:spTree>
    <p:extLst>
      <p:ext uri="{BB962C8B-B14F-4D97-AF65-F5344CB8AC3E}">
        <p14:creationId xmlns:p14="http://schemas.microsoft.com/office/powerpoint/2010/main" val="158058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Szélesvásznú</PresentationFormat>
  <Paragraphs>30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Office-téma</vt:lpstr>
      <vt:lpstr>Cisco switchek szerepe és előnyei a modern hálózatokban</vt:lpstr>
      <vt:lpstr>Cisco switch működési alapelvei</vt:lpstr>
      <vt:lpstr>A Cisco switchek típusai</vt:lpstr>
      <vt:lpstr>Főbb funkciók és képességek</vt:lpstr>
      <vt:lpstr>Cisco switchek szerepe és előnyei a modern hálózatokban</vt:lpstr>
      <vt:lpstr>Köszönöm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Cisco switchek szerepe és előnyei a modern hálózatokban</dc:title>
  <dc:creator>Gyárfás-Tót Péter</dc:creator>
  <cp:lastModifiedBy>Gyárfás-Tót Péter</cp:lastModifiedBy>
  <cp:revision>4</cp:revision>
  <dcterms:created xsi:type="dcterms:W3CDTF">2025-11-04T08:12:04Z</dcterms:created>
  <dcterms:modified xsi:type="dcterms:W3CDTF">2025-11-04T09:03:49Z</dcterms:modified>
</cp:coreProperties>
</file>