
<file path=[Content_Types].xml><?xml version="1.0" encoding="utf-8"?>
<Types xmlns="http://schemas.openxmlformats.org/package/2006/content-types">
  <Default Extension="jfif" ContentType="image/jpeg"/>
  <Default Extension="webp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54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63C499D-1CCC-45B5-9B26-6A979D00E3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D18635B4-9A0E-4C23-AEB9-A39C077287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44017D70-0329-454C-B25A-242D69637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ACC08-ABE9-426B-A76F-147BA4B7E6DD}" type="datetimeFigureOut">
              <a:rPr lang="hu-HU" smtClean="0"/>
              <a:t>2026. 01. 06.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0EEA2D0-386C-4B26-BD7F-8EF72C721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158B5BC3-654A-4A78-9CC4-35230A115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DB946-42DA-4624-B675-CE7EC3E05C1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04607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6DADCB2-E071-4D81-8689-8FF7A2D2B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296E42D-8D0D-4E08-9EA7-7EF2475DCE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34BCF218-21A4-4B15-A0ED-AE4945995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ACC08-ABE9-426B-A76F-147BA4B7E6DD}" type="datetimeFigureOut">
              <a:rPr lang="hu-HU" smtClean="0"/>
              <a:t>2026. 01. 06.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BA25F0AD-C3F7-46DA-909E-CADDC7509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6610EBA-98BA-4211-B067-0FF673ED9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DB946-42DA-4624-B675-CE7EC3E05C1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4026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9DD2F26-9F66-47BD-9704-680D0E4C5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887F2EE4-F232-41EC-B3F8-ECA73D6C7E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44D2FBB-2FA5-4814-BC37-B56899E9E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ACC08-ABE9-426B-A76F-147BA4B7E6DD}" type="datetimeFigureOut">
              <a:rPr lang="hu-HU" smtClean="0"/>
              <a:t>2026. 01. 06.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5ED60C2-1861-404F-8BFC-EFE0438C3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A5108D1A-4E33-49C5-B75F-313BA81DC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DB946-42DA-4624-B675-CE7EC3E05C1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29236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8BA8932-4496-42C4-915B-1ADC3B8EF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950827C-1869-448E-9526-3E8E1B8C93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81B6967A-8E94-4888-A788-C4B7941CD6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E6855CF1-4359-4172-A9C4-BE3CFCD72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ACC08-ABE9-426B-A76F-147BA4B7E6DD}" type="datetimeFigureOut">
              <a:rPr lang="hu-HU" smtClean="0"/>
              <a:t>2026. 01. 06.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83DDBF79-2D40-41A3-BE8D-16686F36F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EF17ECF0-C573-4DA9-90A4-3D7972422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DB946-42DA-4624-B675-CE7EC3E05C1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54334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CDC57F8-3C5D-4DB3-AA99-E909D4FA3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3716C66D-47B6-413A-95C0-B34961EC22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469A123F-5E36-41EB-8E8F-35C53EF0D3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77E370AC-71C6-4FE4-8B8F-B3E0FAD9EB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4D1FE8C4-9424-4BCF-88BB-2C24377FB5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549D71C0-7D82-47D8-9781-9A4C94590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ACC08-ABE9-426B-A76F-147BA4B7E6DD}" type="datetimeFigureOut">
              <a:rPr lang="hu-HU" smtClean="0"/>
              <a:t>2026. 01. 06.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9FC81AA2-4A4A-4F06-ABC7-D84106AD1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F3B07724-CA46-461A-B162-E7E19DEFD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DB946-42DA-4624-B675-CE7EC3E05C1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80417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70B8740-3290-4AAD-A7CF-82BCAF00D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E4101F3B-CA3B-4D21-8B4F-FD85B4ADC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ACC08-ABE9-426B-A76F-147BA4B7E6DD}" type="datetimeFigureOut">
              <a:rPr lang="hu-HU" smtClean="0"/>
              <a:t>2026. 01. 06.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A9F32C45-88F3-4847-AE5F-648F7113F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6890FCDD-6DC7-47CF-908F-F03DBCA6B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DB946-42DA-4624-B675-CE7EC3E05C1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59793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754DE889-F643-4BA2-85FA-DB6976890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ACC08-ABE9-426B-A76F-147BA4B7E6DD}" type="datetimeFigureOut">
              <a:rPr lang="hu-HU" smtClean="0"/>
              <a:t>2026. 01. 06.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CF243C9A-3E6A-458D-8B94-4E6276EBC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A985527B-1EA4-46ED-A08F-A87749ECB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DB946-42DA-4624-B675-CE7EC3E05C1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72062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C75FEED-6FE7-4F8A-8F1B-05D22D656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DCD4233-5BE2-4E4E-B93D-2F5FBF6DD9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EDF5DDEC-A2CE-4E0B-8B99-5EBF392D3F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6C0C15AB-2FE2-48D0-8E08-5A37259F0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ACC08-ABE9-426B-A76F-147BA4B7E6DD}" type="datetimeFigureOut">
              <a:rPr lang="hu-HU" smtClean="0"/>
              <a:t>2026. 01. 06.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5FC72A3C-75CE-4259-A9F8-9CF208CB4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C18D7028-9415-468D-B424-7CCCF2581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DB946-42DA-4624-B675-CE7EC3E05C1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99940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F683B91-3341-4962-B086-32247A54E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7F02C4FC-74FE-48E8-81BC-CAC1454938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B4F643A0-B7EF-40F6-8FC0-79B1E84F88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AAC2418B-D576-474C-85E3-7F9310302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ACC08-ABE9-426B-A76F-147BA4B7E6DD}" type="datetimeFigureOut">
              <a:rPr lang="hu-HU" smtClean="0"/>
              <a:t>2026. 01. 06.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C7CC68A2-5063-4921-87B5-D9CBAA96A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43BF9467-B9A6-46D4-A91B-9597A251F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DB946-42DA-4624-B675-CE7EC3E05C1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44170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E312088-CA15-4792-81E1-903642793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19BAA4A0-47F6-4A7B-8491-96F5E72E9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4361C47-2CE2-43FA-BE9A-68A878C5B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ACC08-ABE9-426B-A76F-147BA4B7E6DD}" type="datetimeFigureOut">
              <a:rPr lang="hu-HU" smtClean="0"/>
              <a:t>2026. 01. 06.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134A2651-A5B5-4672-9F78-DAFB27222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5ABB38F6-8DBD-4A74-8347-21C6390BC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DB946-42DA-4624-B675-CE7EC3E05C1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489379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3A95DEAC-67EC-405B-A453-CDB5DDC651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02FA8297-58A2-406C-8A4D-BCE2AB37C1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04C64B20-EA9A-4325-B099-DE5F81A03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ACC08-ABE9-426B-A76F-147BA4B7E6DD}" type="datetimeFigureOut">
              <a:rPr lang="hu-HU" smtClean="0"/>
              <a:t>2026. 01. 06.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20554A22-8232-44DC-99CD-AE6D14869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7C6F54A0-0DDF-4AC5-8666-7122DC267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DB946-42DA-4624-B675-CE7EC3E05C1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30343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7000">
              <a:schemeClr val="bg1">
                <a:lumMod val="85000"/>
              </a:schemeClr>
            </a:gs>
            <a:gs pos="71000">
              <a:schemeClr val="bg2"/>
            </a:gs>
            <a:gs pos="24000">
              <a:schemeClr val="bg1"/>
            </a:gs>
            <a:gs pos="100000">
              <a:schemeClr val="bg2">
                <a:lumMod val="50000"/>
              </a:schemeClr>
            </a:gs>
            <a:gs pos="100000">
              <a:schemeClr val="bg1">
                <a:lumMod val="6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7F05051D-D92F-4FBA-B594-5D9DCC7FA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EDC38C4C-83D0-4300-8BDC-2B90EDFE65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76E1D4A-4940-4420-B3B6-B37AA02739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2ACC08-ABE9-426B-A76F-147BA4B7E6DD}" type="datetimeFigureOut">
              <a:rPr lang="hu-HU" smtClean="0"/>
              <a:t>2026. 01. 06.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D4A7C185-FCEC-4000-B5E1-5C32B5023D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E7F34470-4E08-488A-9541-125A4B681A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8DB946-42DA-4624-B675-CE7EC3E05C1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44988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ebp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webp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9C36B79-CAEF-4C66-ABEB-70927A3B2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27163"/>
            <a:ext cx="9144000" cy="2001837"/>
          </a:xfrm>
        </p:spPr>
        <p:txBody>
          <a:bodyPr>
            <a:normAutofit/>
          </a:bodyPr>
          <a:lstStyle/>
          <a:p>
            <a:r>
              <a:rPr lang="hu-HU" b="1" u="sng" dirty="0"/>
              <a:t>Iot biztonság-Hitelesítés és Adatvédelem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8EEC6C8D-D68A-4AC3-97EA-ED33D473F8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705100" y="6396038"/>
            <a:ext cx="9144000" cy="1655762"/>
          </a:xfrm>
        </p:spPr>
        <p:txBody>
          <a:bodyPr/>
          <a:lstStyle/>
          <a:p>
            <a:r>
              <a:rPr lang="hu-HU" dirty="0" err="1"/>
              <a:t>Készítette:Gyárfás-Tót</a:t>
            </a:r>
            <a:r>
              <a:rPr lang="hu-HU" dirty="0"/>
              <a:t> Péter</a:t>
            </a:r>
          </a:p>
        </p:txBody>
      </p:sp>
    </p:spTree>
    <p:extLst>
      <p:ext uri="{BB962C8B-B14F-4D97-AF65-F5344CB8AC3E}">
        <p14:creationId xmlns:p14="http://schemas.microsoft.com/office/powerpoint/2010/main" val="12036532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65929D2-8214-4E23-AA8B-AC5952814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7500" y="500062"/>
            <a:ext cx="3937000" cy="1325563"/>
          </a:xfrm>
        </p:spPr>
        <p:txBody>
          <a:bodyPr/>
          <a:lstStyle/>
          <a:p>
            <a:r>
              <a:rPr lang="hu-HU" b="1" u="sng" dirty="0"/>
              <a:t>Fő kihívások:</a:t>
            </a:r>
            <a:br>
              <a:rPr lang="hu-HU" b="1" dirty="0"/>
            </a:br>
            <a:endParaRPr lang="hu-HU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143DECF-6B54-4E11-B27C-7E00A353008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9368" y="5170875"/>
            <a:ext cx="11412131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Korlátozott CPU, memória és energia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hu-HU" altLang="hu-H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Nagyszámú eszköz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hu-HU" altLang="hu-H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Heterogén környezet (különböző gyártók, protokollok)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5A15C08F-C882-4A53-8D9F-3C35FFB37D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369" y="1587500"/>
            <a:ext cx="3538131" cy="2667000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049FC7B9-1A58-4168-95E9-71A0F6544D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2287" y="1776412"/>
            <a:ext cx="3027426" cy="2289176"/>
          </a:xfrm>
          <a:prstGeom prst="rect">
            <a:avLst/>
          </a:prstGeom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E8A43AB0-2054-49F8-A887-BFD18FD708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4500" y="1642407"/>
            <a:ext cx="3937000" cy="2557185"/>
          </a:xfrm>
          <a:prstGeom prst="rect">
            <a:avLst/>
          </a:prstGeom>
        </p:spPr>
      </p:pic>
      <p:cxnSp>
        <p:nvCxnSpPr>
          <p:cNvPr id="9" name="Egyenes összekötő nyíllal 8">
            <a:extLst>
              <a:ext uri="{FF2B5EF4-FFF2-40B4-BE49-F238E27FC236}">
                <a16:creationId xmlns:a16="http://schemas.microsoft.com/office/drawing/2014/main" id="{FFA5154C-4F81-4C47-AC1D-4A6490B11415}"/>
              </a:ext>
            </a:extLst>
          </p:cNvPr>
          <p:cNvCxnSpPr/>
          <p:nvPr/>
        </p:nvCxnSpPr>
        <p:spPr>
          <a:xfrm flipV="1">
            <a:off x="2781300" y="4432300"/>
            <a:ext cx="0" cy="838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gyenes összekötő nyíllal 11">
            <a:extLst>
              <a:ext uri="{FF2B5EF4-FFF2-40B4-BE49-F238E27FC236}">
                <a16:creationId xmlns:a16="http://schemas.microsoft.com/office/drawing/2014/main" id="{4E5D35D4-D759-4998-AB6F-40E79CF129D5}"/>
              </a:ext>
            </a:extLst>
          </p:cNvPr>
          <p:cNvCxnSpPr/>
          <p:nvPr/>
        </p:nvCxnSpPr>
        <p:spPr>
          <a:xfrm flipV="1">
            <a:off x="2146300" y="4432300"/>
            <a:ext cx="0" cy="7385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gyenes összekötő nyíllal 13">
            <a:extLst>
              <a:ext uri="{FF2B5EF4-FFF2-40B4-BE49-F238E27FC236}">
                <a16:creationId xmlns:a16="http://schemas.microsoft.com/office/drawing/2014/main" id="{E503E244-FC2C-4E4A-9E0E-83D1D881077B}"/>
              </a:ext>
            </a:extLst>
          </p:cNvPr>
          <p:cNvCxnSpPr/>
          <p:nvPr/>
        </p:nvCxnSpPr>
        <p:spPr>
          <a:xfrm flipV="1">
            <a:off x="5880100" y="4082028"/>
            <a:ext cx="0" cy="14509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Egyenes összekötő nyíllal 15">
            <a:extLst>
              <a:ext uri="{FF2B5EF4-FFF2-40B4-BE49-F238E27FC236}">
                <a16:creationId xmlns:a16="http://schemas.microsoft.com/office/drawing/2014/main" id="{3B4A5214-1CD0-4804-8D16-36CA544423E0}"/>
              </a:ext>
            </a:extLst>
          </p:cNvPr>
          <p:cNvCxnSpPr/>
          <p:nvPr/>
        </p:nvCxnSpPr>
        <p:spPr>
          <a:xfrm flipV="1">
            <a:off x="6578600" y="4082028"/>
            <a:ext cx="0" cy="14509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gyenes összekötő nyíllal 17">
            <a:extLst>
              <a:ext uri="{FF2B5EF4-FFF2-40B4-BE49-F238E27FC236}">
                <a16:creationId xmlns:a16="http://schemas.microsoft.com/office/drawing/2014/main" id="{E2370F6B-D882-49EA-B04B-34B95B300247}"/>
              </a:ext>
            </a:extLst>
          </p:cNvPr>
          <p:cNvCxnSpPr/>
          <p:nvPr/>
        </p:nvCxnSpPr>
        <p:spPr>
          <a:xfrm flipV="1">
            <a:off x="9410700" y="4432300"/>
            <a:ext cx="0" cy="15767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gyenes összekötő nyíllal 19">
            <a:extLst>
              <a:ext uri="{FF2B5EF4-FFF2-40B4-BE49-F238E27FC236}">
                <a16:creationId xmlns:a16="http://schemas.microsoft.com/office/drawing/2014/main" id="{6BC1311E-59C5-415C-AC38-817C93F8BE03}"/>
              </a:ext>
            </a:extLst>
          </p:cNvPr>
          <p:cNvCxnSpPr/>
          <p:nvPr/>
        </p:nvCxnSpPr>
        <p:spPr>
          <a:xfrm flipV="1">
            <a:off x="10464800" y="4432300"/>
            <a:ext cx="0" cy="15767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68630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5E6660A-8517-458D-B9FE-53EE9915D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0" y="500062"/>
            <a:ext cx="3556000" cy="1325563"/>
          </a:xfrm>
        </p:spPr>
        <p:txBody>
          <a:bodyPr/>
          <a:lstStyle/>
          <a:p>
            <a:r>
              <a:rPr lang="hu-HU" b="1" u="sng" dirty="0"/>
              <a:t>Adatvédelem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28E3E6C-5D0B-4007-BCDA-32F6934D5B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6600"/>
            <a:ext cx="10515600" cy="4351338"/>
          </a:xfrm>
        </p:spPr>
        <p:txBody>
          <a:bodyPr/>
          <a:lstStyle/>
          <a:p>
            <a:r>
              <a:rPr lang="hu-HU" dirty="0" err="1"/>
              <a:t>Adattitkosítás:Az</a:t>
            </a:r>
            <a:r>
              <a:rPr lang="hu-HU" dirty="0"/>
              <a:t> adatok titkosítása továbbítás közben</a:t>
            </a:r>
          </a:p>
          <a:p>
            <a:endParaRPr lang="hu-HU" dirty="0"/>
          </a:p>
          <a:p>
            <a:endParaRPr lang="hu-HU" dirty="0"/>
          </a:p>
          <a:p>
            <a:r>
              <a:rPr lang="hu-HU" dirty="0" err="1"/>
              <a:t>Adatminimalizálás:Csak</a:t>
            </a:r>
            <a:r>
              <a:rPr lang="hu-HU" dirty="0"/>
              <a:t> a szükséges adatokat gyűjtsük és tároljuk</a:t>
            </a:r>
          </a:p>
          <a:p>
            <a:endParaRPr lang="hu-HU" dirty="0"/>
          </a:p>
          <a:p>
            <a:endParaRPr lang="hu-HU" dirty="0"/>
          </a:p>
          <a:p>
            <a:r>
              <a:rPr lang="hu-HU" dirty="0"/>
              <a:t>Jogszabályi </a:t>
            </a:r>
            <a:r>
              <a:rPr lang="hu-HU" dirty="0" err="1"/>
              <a:t>megfelelés:GDPR</a:t>
            </a:r>
            <a:r>
              <a:rPr lang="hu-HU" dirty="0"/>
              <a:t> és más adatvédelmi előírások betartása</a:t>
            </a:r>
          </a:p>
        </p:txBody>
      </p:sp>
    </p:spTree>
    <p:extLst>
      <p:ext uri="{BB962C8B-B14F-4D97-AF65-F5344CB8AC3E}">
        <p14:creationId xmlns:p14="http://schemas.microsoft.com/office/powerpoint/2010/main" val="18814324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C5EE478-43F7-43CD-87E1-F8CC0DAFF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40885"/>
            <a:ext cx="10515600" cy="1325563"/>
          </a:xfrm>
        </p:spPr>
        <p:txBody>
          <a:bodyPr/>
          <a:lstStyle/>
          <a:p>
            <a:r>
              <a:rPr lang="hu-HU" b="1" u="sng" dirty="0"/>
              <a:t>Fő kockázatok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F396A3D-9F1A-4AC5-AF38-2FE495A6E8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97718"/>
            <a:ext cx="10515600" cy="5745163"/>
          </a:xfrm>
        </p:spPr>
        <p:txBody>
          <a:bodyPr/>
          <a:lstStyle/>
          <a:p>
            <a:r>
              <a:rPr lang="hu-HU" dirty="0"/>
              <a:t>Nem megfelelő adatkezelés</a:t>
            </a:r>
          </a:p>
          <a:p>
            <a:endParaRPr lang="hu-HU" dirty="0"/>
          </a:p>
          <a:p>
            <a:r>
              <a:rPr lang="hu-HU" dirty="0"/>
              <a:t>Profilozás és megfigyelés</a:t>
            </a:r>
          </a:p>
          <a:p>
            <a:endParaRPr lang="hu-HU" dirty="0"/>
          </a:p>
          <a:p>
            <a:r>
              <a:rPr lang="hu-HU" dirty="0"/>
              <a:t>Jogosulatlan hozzáférés</a:t>
            </a:r>
          </a:p>
          <a:p>
            <a:endParaRPr lang="hu-HU" dirty="0"/>
          </a:p>
          <a:p>
            <a:r>
              <a:rPr lang="hu-HU" dirty="0"/>
              <a:t>Adatszivárgás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50F8460F-C86B-4723-B3A4-479F3F8A7D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4800" y="283387"/>
            <a:ext cx="2762250" cy="1323975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9EE69826-E9CD-42CD-A9D9-C1E2997957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4955" y="3862585"/>
            <a:ext cx="2602089" cy="1463675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3131F2B2-8D07-41FE-B5B5-4ED5AA1A0E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4450" y="1890315"/>
            <a:ext cx="3022600" cy="1511300"/>
          </a:xfrm>
          <a:prstGeom prst="rect">
            <a:avLst/>
          </a:prstGeom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94F95E75-BEBF-42D3-980D-06A1DBACB1A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3130" y="5010391"/>
            <a:ext cx="2552170" cy="1427200"/>
          </a:xfrm>
          <a:prstGeom prst="rect">
            <a:avLst/>
          </a:prstGeom>
        </p:spPr>
      </p:pic>
      <p:cxnSp>
        <p:nvCxnSpPr>
          <p:cNvPr id="13" name="Egyenes összekötő nyíllal 12">
            <a:extLst>
              <a:ext uri="{FF2B5EF4-FFF2-40B4-BE49-F238E27FC236}">
                <a16:creationId xmlns:a16="http://schemas.microsoft.com/office/drawing/2014/main" id="{5B7CED93-1FF4-4FEA-9C40-89156194136B}"/>
              </a:ext>
            </a:extLst>
          </p:cNvPr>
          <p:cNvCxnSpPr/>
          <p:nvPr/>
        </p:nvCxnSpPr>
        <p:spPr>
          <a:xfrm>
            <a:off x="4356100" y="1084678"/>
            <a:ext cx="19431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gyenes összekötő nyíllal 14">
            <a:extLst>
              <a:ext uri="{FF2B5EF4-FFF2-40B4-BE49-F238E27FC236}">
                <a16:creationId xmlns:a16="http://schemas.microsoft.com/office/drawing/2014/main" id="{DC8530B2-8FF0-4C91-A491-7DF387312233}"/>
              </a:ext>
            </a:extLst>
          </p:cNvPr>
          <p:cNvCxnSpPr/>
          <p:nvPr/>
        </p:nvCxnSpPr>
        <p:spPr>
          <a:xfrm>
            <a:off x="3937000" y="2131634"/>
            <a:ext cx="2717800" cy="5143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Egyenes összekötő nyíllal 16">
            <a:extLst>
              <a:ext uri="{FF2B5EF4-FFF2-40B4-BE49-F238E27FC236}">
                <a16:creationId xmlns:a16="http://schemas.microsoft.com/office/drawing/2014/main" id="{88464949-D636-45A1-8CDE-0DE1E399CF81}"/>
              </a:ext>
            </a:extLst>
          </p:cNvPr>
          <p:cNvCxnSpPr/>
          <p:nvPr/>
        </p:nvCxnSpPr>
        <p:spPr>
          <a:xfrm>
            <a:off x="2774950" y="3251200"/>
            <a:ext cx="1847850" cy="8509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gyenes összekötő nyíllal 18">
            <a:extLst>
              <a:ext uri="{FF2B5EF4-FFF2-40B4-BE49-F238E27FC236}">
                <a16:creationId xmlns:a16="http://schemas.microsoft.com/office/drawing/2014/main" id="{EF1A82F9-423D-40BA-B009-E4605882E977}"/>
              </a:ext>
            </a:extLst>
          </p:cNvPr>
          <p:cNvCxnSpPr/>
          <p:nvPr/>
        </p:nvCxnSpPr>
        <p:spPr>
          <a:xfrm>
            <a:off x="2273300" y="4203700"/>
            <a:ext cx="647700" cy="5461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92571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9517ED9-B9D3-479D-B0E4-A47490270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u="sng" dirty="0"/>
              <a:t>Alapelvek:</a:t>
            </a:r>
            <a:endParaRPr lang="hu-HU" u="sng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588E50E-0064-4115-BC64-CC6E4B74C6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r>
              <a:rPr lang="hu-HU" b="1" dirty="0" err="1"/>
              <a:t>Adatminimizálás:</a:t>
            </a:r>
            <a:r>
              <a:rPr lang="hu-HU" dirty="0" err="1"/>
              <a:t>Az</a:t>
            </a:r>
            <a:r>
              <a:rPr lang="hu-HU" dirty="0"/>
              <a:t> </a:t>
            </a:r>
            <a:r>
              <a:rPr lang="hu-HU" b="1" dirty="0" err="1"/>
              <a:t>adatminimizálás</a:t>
            </a:r>
            <a:r>
              <a:rPr lang="hu-HU" dirty="0"/>
              <a:t> azt jelenti, hogy a rendszer gyűjti és kezeli, felesleges ideig tárolt adatokat.</a:t>
            </a:r>
            <a:endParaRPr lang="hu-HU" b="1" dirty="0"/>
          </a:p>
          <a:p>
            <a:endParaRPr lang="hu-HU" b="1" dirty="0"/>
          </a:p>
          <a:p>
            <a:endParaRPr lang="hu-HU" b="1" dirty="0"/>
          </a:p>
          <a:p>
            <a:r>
              <a:rPr lang="hu-HU" b="1" dirty="0"/>
              <a:t>Célhoz </a:t>
            </a:r>
            <a:r>
              <a:rPr lang="hu-HU" b="1" dirty="0" err="1"/>
              <a:t>kötottség:</a:t>
            </a:r>
            <a:r>
              <a:rPr lang="hu-HU" dirty="0" err="1"/>
              <a:t>A</a:t>
            </a:r>
            <a:r>
              <a:rPr lang="hu-HU" dirty="0"/>
              <a:t> </a:t>
            </a:r>
            <a:r>
              <a:rPr lang="hu-HU" b="1" dirty="0"/>
              <a:t>célhoz kötöttség</a:t>
            </a:r>
            <a:r>
              <a:rPr lang="hu-HU" dirty="0"/>
              <a:t> </a:t>
            </a:r>
            <a:r>
              <a:rPr lang="hu-HU" b="1" dirty="0"/>
              <a:t>csak előre meghatározott, egyértelmű célból gyűjtik</a:t>
            </a:r>
            <a:r>
              <a:rPr lang="hu-HU" dirty="0"/>
              <a:t>, és azokat </a:t>
            </a:r>
            <a:r>
              <a:rPr lang="hu-HU" b="1" dirty="0"/>
              <a:t>később nem használják fel</a:t>
            </a:r>
          </a:p>
          <a:p>
            <a:endParaRPr lang="hu-HU" b="1" dirty="0"/>
          </a:p>
          <a:p>
            <a:r>
              <a:rPr lang="hu-HU" b="1" dirty="0" err="1"/>
              <a:t>Átláthatóság:Világos</a:t>
            </a:r>
            <a:r>
              <a:rPr lang="hu-HU" b="1" dirty="0"/>
              <a:t> és érthető tájékoztatást kapnak arról</a:t>
            </a:r>
            <a:r>
              <a:rPr lang="hu-HU" dirty="0"/>
              <a:t>, milyen adatokat gyűjtenek róluk.</a:t>
            </a:r>
          </a:p>
        </p:txBody>
      </p:sp>
    </p:spTree>
    <p:extLst>
      <p:ext uri="{BB962C8B-B14F-4D97-AF65-F5344CB8AC3E}">
        <p14:creationId xmlns:p14="http://schemas.microsoft.com/office/powerpoint/2010/main" val="42321509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9E2F99F-9577-4E03-8122-2A0DC8B7A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2000" y="2766218"/>
            <a:ext cx="10515600" cy="1325563"/>
          </a:xfrm>
        </p:spPr>
        <p:txBody>
          <a:bodyPr/>
          <a:lstStyle/>
          <a:p>
            <a:r>
              <a:rPr lang="hu-HU" dirty="0"/>
              <a:t>Köszönöm a figyelmet!</a:t>
            </a:r>
          </a:p>
        </p:txBody>
      </p:sp>
    </p:spTree>
    <p:extLst>
      <p:ext uri="{BB962C8B-B14F-4D97-AF65-F5344CB8AC3E}">
        <p14:creationId xmlns:p14="http://schemas.microsoft.com/office/powerpoint/2010/main" val="32760242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124</Words>
  <Application>Microsoft Office PowerPoint</Application>
  <PresentationFormat>Szélesvásznú</PresentationFormat>
  <Paragraphs>31</Paragraphs>
  <Slides>6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Office-téma</vt:lpstr>
      <vt:lpstr>Iot biztonság-Hitelesítés és Adatvédelem</vt:lpstr>
      <vt:lpstr>Fő kihívások: </vt:lpstr>
      <vt:lpstr>Adatvédelem</vt:lpstr>
      <vt:lpstr>Fő kockázatok</vt:lpstr>
      <vt:lpstr>Alapelvek:</vt:lpstr>
      <vt:lpstr>Köszönöm a figyelmet!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Iot biztonság-Hitelesítés és Adatvédelem</dc:title>
  <dc:creator>Gyárfás-Tót Péter</dc:creator>
  <cp:lastModifiedBy>Gyárfás-Tót Péter</cp:lastModifiedBy>
  <cp:revision>10</cp:revision>
  <dcterms:created xsi:type="dcterms:W3CDTF">2025-12-16T08:26:03Z</dcterms:created>
  <dcterms:modified xsi:type="dcterms:W3CDTF">2026-01-06T09:25:53Z</dcterms:modified>
</cp:coreProperties>
</file>