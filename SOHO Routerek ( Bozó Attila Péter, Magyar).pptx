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B8B"/>
    <a:srgbClr val="FFB7B7"/>
    <a:srgbClr val="B4B4B4"/>
    <a:srgbClr val="75BFFA"/>
    <a:srgbClr val="FC4F4F"/>
    <a:srgbClr val="8E0000"/>
    <a:srgbClr val="507BC8"/>
    <a:srgbClr val="FF6D6D"/>
    <a:srgbClr val="A5B49A"/>
    <a:srgbClr val="788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BB008A-6F64-4C25-869C-FBD81F10C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C8FB65-257A-4C50-BA63-CC1D1EADD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AB359C-11FE-4566-9A6C-A9257476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E40473-743F-4DD9-95E5-9E3C9B8A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E41B32-FA2E-47E8-9833-9BF2D30A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661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2FB932-5D52-4F2F-8C53-6B7FBB9D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21D25B-454C-4193-8C04-66831D3AE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DC37AF-0D46-4CFD-B972-62595906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B41C14-F7D1-4CEC-BC83-E4872D76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983814-5559-4820-9F25-89B5C558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142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F3603A-6745-4691-BCD8-5A1E743C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D5FD995-5A48-407D-B0B2-43AB8804D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736F61-7633-45C8-9CBA-366BC225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752A56A-1733-4719-9FD3-D14EB271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852715-3AAF-4019-9BB3-0F9E4495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917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9E793C-626B-43E1-8F4C-4413E48F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754115-A515-4901-A471-32735135C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A81C28C-EBE7-4EF7-AB9D-7B023AC10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887519A-7CD8-45E1-8505-DDE2CD04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B653B48-4325-4B38-A256-F2538FBA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F9570D-4A19-4793-9252-FBFE7E7C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067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FDCE60-1D39-4C98-AC13-26F6E5B8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1055299-ED4E-4951-88BC-C775AAC89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5547747-9F9D-411D-8B78-944A5938D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219842-9D6E-4B7F-8F57-7FB3E69E5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3376B49-484C-455C-B19E-46E85E0B4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D102FFE-6206-4571-AB52-FD06ECB2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9128BA1-8FDD-4C43-88F3-6839B110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D8C1C93-3A19-4143-8964-02B65EDC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27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63D777-64F8-4110-998B-9169ADF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5986105-27F8-4CBF-B4E2-8378F87C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2C82E9D-8B9F-4B08-88B7-33CB85A5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6D49EAB-2CB1-4EDD-B4DB-D405D07C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885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20E37B5-5E43-412D-8935-2C9F5FA7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CC99D99-C310-4A10-9F84-02A9C215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8BF86D9-9920-4072-9EF4-0C006FE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968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304FD2-FA0F-478B-B9DF-F5F49D49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CCB9AA-53A4-4249-981E-3FF83D8C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3A25638-1594-4F15-86A4-312FA9FD2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43703FC-5221-46A7-8D50-0DB1738F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B4D72AB-F682-495A-A40A-B37B73A1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0BD9076-7F65-4872-A881-6929F7D9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085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B09C02-4AE6-4578-BA37-27188E30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60CF1DD-83B8-4A4F-9C80-3F403D152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5F6BF6C-7359-4BF3-9181-ECB66C0BE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3A986F8-D6DC-433B-BB48-F31EAFFF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40E342A-0D74-41CE-8CC0-795DFC17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12387FF-0A81-46E7-80EB-631AC930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154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2AE576-E8D8-45F8-971A-4FD686C6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59D58FE-A4D6-44ED-A578-4B2DC89D7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CEBD98F-F221-4522-B8C7-AF2DE32E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B9D53C-A547-4C92-B344-92C5F126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EEE8E0-DD3F-4C81-927D-FFC13F46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320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8F5264D-6EFC-463C-AD97-B36E56C8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1AC37A9-0D2C-4FCD-AF68-FD18B8A47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AEED273-3FBE-4204-A2DC-5A3E7FF6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ACB30C-9C4D-4B7A-8FC8-0D70577A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7ADA15-D481-43A5-B126-853E0AAE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066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618F224-96E8-41DE-A8A1-0B9414DE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191717B-A8DB-4881-BE96-F1B1DDE8C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7B70FF-FB81-47F9-8486-D06CC557F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076EC4-8F43-4E3F-B981-604C9A9E0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4454B1-2AC5-457B-9739-1849CBD0C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394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microsoft.com/office/2007/relationships/hdphoto" Target="../media/hdphoto4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6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6" Type="http://schemas.microsoft.com/office/2007/relationships/hdphoto" Target="../media/hdphoto7.wdp"/><Relationship Id="rId1" Type="http://schemas.openxmlformats.org/officeDocument/2006/relationships/themeOverride" Target="../theme/themeOverride3.xml"/><Relationship Id="rId6" Type="http://schemas.microsoft.com/office/2007/relationships/hdphoto" Target="../media/hdphoto4.wdp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2.png"/><Relationship Id="rId1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2.png"/><Relationship Id="rId18" Type="http://schemas.microsoft.com/office/2007/relationships/hdphoto" Target="../media/hdphoto8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6" Type="http://schemas.microsoft.com/office/2007/relationships/hdphoto" Target="../media/hdphoto7.wdp"/><Relationship Id="rId20" Type="http://schemas.microsoft.com/office/2007/relationships/hdphoto" Target="../media/hdphoto9.wdp"/><Relationship Id="rId1" Type="http://schemas.openxmlformats.org/officeDocument/2006/relationships/themeOverride" Target="../theme/themeOverride4.xml"/><Relationship Id="rId6" Type="http://schemas.microsoft.com/office/2007/relationships/hdphoto" Target="../media/hdphoto4.wdp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microsoft.com/office/2007/relationships/hdphoto" Target="../media/hdphoto6.wdp"/><Relationship Id="rId19" Type="http://schemas.openxmlformats.org/officeDocument/2006/relationships/image" Target="../media/image15.png"/><Relationship Id="rId4" Type="http://schemas.microsoft.com/office/2007/relationships/hdphoto" Target="../media/hdphoto3.wdp"/><Relationship Id="rId9" Type="http://schemas.openxmlformats.org/officeDocument/2006/relationships/image" Target="../media/image12.png"/><Relationship Id="rId1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8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75000"/>
                <a:lumOff val="25000"/>
              </a:schemeClr>
            </a:gs>
            <a:gs pos="56000">
              <a:schemeClr val="tx1">
                <a:lumMod val="65000"/>
                <a:lumOff val="35000"/>
              </a:schemeClr>
            </a:gs>
            <a:gs pos="100000">
              <a:schemeClr val="bg2">
                <a:lumMod val="7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9B4990-B4E6-4326-A8E8-F20E4BCB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097" y="1811867"/>
            <a:ext cx="11341800" cy="908329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 fontScale="90000"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hu-HU" b="1" dirty="0">
                <a:solidFill>
                  <a:schemeClr val="bg1">
                    <a:lumMod val="75000"/>
                  </a:schemeClr>
                </a:solidFill>
                <a:effectLst>
                  <a:outerShdw blurRad="825500" dist="50800" dir="5400000" sx="103000" sy="103000" algn="ctr" rotWithShape="0">
                    <a:srgbClr val="000000"/>
                  </a:outerShdw>
                  <a:reflection blurRad="127000" stA="31000" endPos="47000" dist="25400" dir="5400000" sy="-100000" algn="bl" rotWithShape="0"/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Routerek a nappaliból az irodába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8196" y="3822700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5" name="Téglalap: fent egyik sarkán lekerekítve, a másik sarkán levágva 4">
            <a:extLst>
              <a:ext uri="{FF2B5EF4-FFF2-40B4-BE49-F238E27FC236}">
                <a16:creationId xmlns:a16="http://schemas.microsoft.com/office/drawing/2014/main" id="{1683B096-FBA8-4258-8A96-70F8AE68D49D}"/>
              </a:ext>
            </a:extLst>
          </p:cNvPr>
          <p:cNvSpPr/>
          <p:nvPr/>
        </p:nvSpPr>
        <p:spPr>
          <a:xfrm>
            <a:off x="6121398" y="4370249"/>
            <a:ext cx="6801909" cy="6014117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5">
            <a:extLst>
              <a:ext uri="{FF2B5EF4-FFF2-40B4-BE49-F238E27FC236}">
                <a16:creationId xmlns:a16="http://schemas.microsoft.com/office/drawing/2014/main" id="{6E6D1080-9D67-4993-9FB7-06CC4BD99DD2}"/>
              </a:ext>
            </a:extLst>
          </p:cNvPr>
          <p:cNvSpPr/>
          <p:nvPr/>
        </p:nvSpPr>
        <p:spPr>
          <a:xfrm flipH="1">
            <a:off x="-1282700" y="5034882"/>
            <a:ext cx="8724898" cy="6014117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CE620E0B-653E-4EC5-8465-CCE4CEC12BD1}"/>
              </a:ext>
            </a:extLst>
          </p:cNvPr>
          <p:cNvSpPr txBox="1">
            <a:spLocks/>
          </p:cNvSpPr>
          <p:nvPr/>
        </p:nvSpPr>
        <p:spPr>
          <a:xfrm>
            <a:off x="1055289" y="685800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37BF3A66-9F52-B059-D53B-A494633706E3}"/>
              </a:ext>
            </a:extLst>
          </p:cNvPr>
          <p:cNvSpPr txBox="1">
            <a:spLocks/>
          </p:cNvSpPr>
          <p:nvPr/>
        </p:nvSpPr>
        <p:spPr>
          <a:xfrm>
            <a:off x="4216393" y="2868222"/>
            <a:ext cx="3759203" cy="8900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i="1" dirty="0">
                <a:solidFill>
                  <a:srgbClr val="B4B4B4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7747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Avagy, SOHO Routerek.</a:t>
            </a: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EAA817D9-FE60-92A5-9FC8-67EB7BA2E022}"/>
              </a:ext>
            </a:extLst>
          </p:cNvPr>
          <p:cNvSpPr txBox="1">
            <a:spLocks/>
          </p:cNvSpPr>
          <p:nvPr/>
        </p:nvSpPr>
        <p:spPr>
          <a:xfrm>
            <a:off x="889003" y="8367713"/>
            <a:ext cx="5041900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hu-H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hu-H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Small</a:t>
            </a:r>
            <a:r>
              <a:rPr lang="hu-H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Office/Home Office router)</a:t>
            </a:r>
          </a:p>
        </p:txBody>
      </p:sp>
      <p:sp>
        <p:nvSpPr>
          <p:cNvPr id="11" name="Téglalap: fent egyik sarkán lekerekítve, a másik sarkán levágva 11">
            <a:extLst>
              <a:ext uri="{FF2B5EF4-FFF2-40B4-BE49-F238E27FC236}">
                <a16:creationId xmlns:a16="http://schemas.microsoft.com/office/drawing/2014/main" id="{A7D8B52C-FF48-9080-1E87-95F5F469DD9A}"/>
              </a:ext>
            </a:extLst>
          </p:cNvPr>
          <p:cNvSpPr/>
          <p:nvPr/>
        </p:nvSpPr>
        <p:spPr>
          <a:xfrm flipH="1">
            <a:off x="-5704714" y="87021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0">
            <a:extLst>
              <a:ext uri="{FF2B5EF4-FFF2-40B4-BE49-F238E27FC236}">
                <a16:creationId xmlns:a16="http://schemas.microsoft.com/office/drawing/2014/main" id="{F9AC10FD-C197-A73C-1ED9-E48B42D63FBB}"/>
              </a:ext>
            </a:extLst>
          </p:cNvPr>
          <p:cNvSpPr/>
          <p:nvPr/>
        </p:nvSpPr>
        <p:spPr>
          <a:xfrm rot="5400000">
            <a:off x="-3987951" y="93883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fent egyik sarkán lekerekítve, a másik sarkán levágva 11">
            <a:extLst>
              <a:ext uri="{FF2B5EF4-FFF2-40B4-BE49-F238E27FC236}">
                <a16:creationId xmlns:a16="http://schemas.microsoft.com/office/drawing/2014/main" id="{E0148704-41AE-F799-6013-A98AC137B1E8}"/>
              </a:ext>
            </a:extLst>
          </p:cNvPr>
          <p:cNvSpPr/>
          <p:nvPr/>
        </p:nvSpPr>
        <p:spPr>
          <a:xfrm flipH="1">
            <a:off x="-7162663" y="91098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fent egyik sarkán lekerekítve, a másik sarkán levágva 10">
            <a:extLst>
              <a:ext uri="{FF2B5EF4-FFF2-40B4-BE49-F238E27FC236}">
                <a16:creationId xmlns:a16="http://schemas.microsoft.com/office/drawing/2014/main" id="{E28E0553-EB81-6EED-B330-912598E9DA33}"/>
              </a:ext>
            </a:extLst>
          </p:cNvPr>
          <p:cNvSpPr/>
          <p:nvPr/>
        </p:nvSpPr>
        <p:spPr>
          <a:xfrm rot="5400000">
            <a:off x="-5280801" y="105199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fent egyik sarkán lekerekítve, a másik sarkán levágva 11">
            <a:extLst>
              <a:ext uri="{FF2B5EF4-FFF2-40B4-BE49-F238E27FC236}">
                <a16:creationId xmlns:a16="http://schemas.microsoft.com/office/drawing/2014/main" id="{F5DD9A2B-07DA-A232-EEFC-EFEC2D4D4C37}"/>
              </a:ext>
            </a:extLst>
          </p:cNvPr>
          <p:cNvSpPr/>
          <p:nvPr/>
        </p:nvSpPr>
        <p:spPr>
          <a:xfrm flipH="1">
            <a:off x="-8033199" y="116258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541199-0E68-ED85-38AD-1D426203D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8DD51A-EDCD-AAEA-FAC2-03CBC0A7A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8947E15-75B4-3066-EF16-87761E72DCCB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2434DAD-70E8-F052-E08E-93BDA6D7DB7B}"/>
              </a:ext>
            </a:extLst>
          </p:cNvPr>
          <p:cNvSpPr/>
          <p:nvPr/>
        </p:nvSpPr>
        <p:spPr>
          <a:xfrm rot="10251706">
            <a:off x="7951252" y="-849940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7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672572" y="205578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97323" y="2616741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5704714" y="37618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3987951" y="49306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162663" y="48934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280801" y="6062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033199" y="58346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2" name="Kép 18">
            <a:extLst>
              <a:ext uri="{FF2B5EF4-FFF2-40B4-BE49-F238E27FC236}">
                <a16:creationId xmlns:a16="http://schemas.microsoft.com/office/drawing/2014/main" id="{15DD32D5-5DCF-2F94-8846-0DB9220A0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50" y="7706732"/>
            <a:ext cx="1951321" cy="1097618"/>
          </a:xfrm>
          <a:prstGeom prst="rect">
            <a:avLst/>
          </a:prstGeom>
        </p:spPr>
      </p:pic>
      <p:pic>
        <p:nvPicPr>
          <p:cNvPr id="33" name="Kép 19">
            <a:extLst>
              <a:ext uri="{FF2B5EF4-FFF2-40B4-BE49-F238E27FC236}">
                <a16:creationId xmlns:a16="http://schemas.microsoft.com/office/drawing/2014/main" id="{C8181DE4-69A8-1701-1E6D-AAE6F28AB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03" y="7919134"/>
            <a:ext cx="3445997" cy="2297331"/>
          </a:xfrm>
          <a:prstGeom prst="rect">
            <a:avLst/>
          </a:prstGeom>
        </p:spPr>
      </p:pic>
      <p:pic>
        <p:nvPicPr>
          <p:cNvPr id="34" name="Kép 20">
            <a:extLst>
              <a:ext uri="{FF2B5EF4-FFF2-40B4-BE49-F238E27FC236}">
                <a16:creationId xmlns:a16="http://schemas.microsoft.com/office/drawing/2014/main" id="{4AB51969-6ABD-F9C4-DB23-A2B0C426A86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6621595" y="7027431"/>
            <a:ext cx="2994933" cy="935303"/>
          </a:xfrm>
          <a:prstGeom prst="rect">
            <a:avLst/>
          </a:prstGeom>
          <a:noFill/>
        </p:spPr>
      </p:pic>
      <p:pic>
        <p:nvPicPr>
          <p:cNvPr id="35" name="Kép 21">
            <a:extLst>
              <a:ext uri="{FF2B5EF4-FFF2-40B4-BE49-F238E27FC236}">
                <a16:creationId xmlns:a16="http://schemas.microsoft.com/office/drawing/2014/main" id="{BBDA948F-2452-D72B-0726-69096F28DB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79" y="9259692"/>
            <a:ext cx="3337456" cy="12724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5393F3D-60B7-D143-8CDC-B75696839D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1211420"/>
            <a:ext cx="4604077" cy="46040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574C386-29C1-6625-0008-0D2F3ABD30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3725337"/>
            <a:ext cx="1752296" cy="1752296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A29443E-80F8-6194-6608-B5EE78F08A40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8892A38-0EC5-847F-DA9C-F99E981BAF59}"/>
              </a:ext>
            </a:extLst>
          </p:cNvPr>
          <p:cNvSpPr/>
          <p:nvPr/>
        </p:nvSpPr>
        <p:spPr>
          <a:xfrm rot="10251706">
            <a:off x="8294152" y="-849940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37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672572" y="205578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97323" y="2616741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5704714" y="37618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3987951" y="49306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162663" y="48934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280801" y="6062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033199" y="58346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8">
            <a:extLst>
              <a:ext uri="{FF2B5EF4-FFF2-40B4-BE49-F238E27FC236}">
                <a16:creationId xmlns:a16="http://schemas.microsoft.com/office/drawing/2014/main" id="{7E02E0E9-BEA3-0E4A-6FFA-7D4CD7833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50" y="2067932"/>
            <a:ext cx="1951321" cy="1097618"/>
          </a:xfrm>
          <a:prstGeom prst="rect">
            <a:avLst/>
          </a:prstGeom>
        </p:spPr>
      </p:pic>
      <p:pic>
        <p:nvPicPr>
          <p:cNvPr id="3" name="Kép 19">
            <a:extLst>
              <a:ext uri="{FF2B5EF4-FFF2-40B4-BE49-F238E27FC236}">
                <a16:creationId xmlns:a16="http://schemas.microsoft.com/office/drawing/2014/main" id="{387EFCE8-9B5C-3F45-9648-FDE51E1BD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03" y="2280334"/>
            <a:ext cx="3445997" cy="2297331"/>
          </a:xfrm>
          <a:prstGeom prst="rect">
            <a:avLst/>
          </a:prstGeom>
        </p:spPr>
      </p:pic>
      <p:pic>
        <p:nvPicPr>
          <p:cNvPr id="5" name="Kép 20">
            <a:extLst>
              <a:ext uri="{FF2B5EF4-FFF2-40B4-BE49-F238E27FC236}">
                <a16:creationId xmlns:a16="http://schemas.microsoft.com/office/drawing/2014/main" id="{4D480DC6-D61E-24BD-8F46-8ED6D9D908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6621595" y="1388631"/>
            <a:ext cx="2994933" cy="935303"/>
          </a:xfrm>
          <a:prstGeom prst="rect">
            <a:avLst/>
          </a:prstGeom>
          <a:noFill/>
        </p:spPr>
      </p:pic>
      <p:pic>
        <p:nvPicPr>
          <p:cNvPr id="10" name="Kép 21">
            <a:extLst>
              <a:ext uri="{FF2B5EF4-FFF2-40B4-BE49-F238E27FC236}">
                <a16:creationId xmlns:a16="http://schemas.microsoft.com/office/drawing/2014/main" id="{5F21B88D-4F56-D72B-195E-4E2ED9FFAA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79" y="3620892"/>
            <a:ext cx="3337456" cy="1272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32157D-508A-792F-4C8A-CB4CC15C4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E6C09F-7526-0F0F-2E8D-1658EFA72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17" name="Cím 1">
            <a:extLst>
              <a:ext uri="{FF2B5EF4-FFF2-40B4-BE49-F238E27FC236}">
                <a16:creationId xmlns:a16="http://schemas.microsoft.com/office/drawing/2014/main" id="{5E78C11A-9730-F002-6976-308C372B8B6C}"/>
              </a:ext>
            </a:extLst>
          </p:cNvPr>
          <p:cNvSpPr txBox="1">
            <a:spLocks/>
          </p:cNvSpPr>
          <p:nvPr/>
        </p:nvSpPr>
        <p:spPr>
          <a:xfrm>
            <a:off x="-6211690" y="2406452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Főbb jellemzői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0B335AC-7D09-E89B-16A3-56161D8029CB}"/>
              </a:ext>
            </a:extLst>
          </p:cNvPr>
          <p:cNvSpPr txBox="1">
            <a:spLocks/>
          </p:cNvSpPr>
          <p:nvPr/>
        </p:nvSpPr>
        <p:spPr>
          <a:xfrm>
            <a:off x="-6294100" y="3702901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Többportos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Ethernet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switch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-Fi támogatás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DHCP szerver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Tűzfal és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Adminisztrációs felület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C3941F-ED9D-4377-D507-8561EAAB59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3584" y="2011820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804B055-E02B-8929-C9EB-E9867D392B71}"/>
              </a:ext>
            </a:extLst>
          </p:cNvPr>
          <p:cNvSpPr/>
          <p:nvPr/>
        </p:nvSpPr>
        <p:spPr>
          <a:xfrm rot="3354377">
            <a:off x="-11830849" y="-1075775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4D2F0D4-944A-AF95-B50D-E40970F1203B}"/>
              </a:ext>
            </a:extLst>
          </p:cNvPr>
          <p:cNvSpPr/>
          <p:nvPr/>
        </p:nvSpPr>
        <p:spPr>
          <a:xfrm rot="10389028">
            <a:off x="9455562" y="-6780885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04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-6583638" y="187307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-6458887" y="3704026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7304914" y="55906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5156351" y="64673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950063" y="61761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865001" y="69893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655499" y="67363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8">
            <a:extLst>
              <a:ext uri="{FF2B5EF4-FFF2-40B4-BE49-F238E27FC236}">
                <a16:creationId xmlns:a16="http://schemas.microsoft.com/office/drawing/2014/main" id="{7E02E0E9-BEA3-0E4A-6FFA-7D4CD7833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7450" y="2067932"/>
            <a:ext cx="1951321" cy="1097618"/>
          </a:xfrm>
          <a:prstGeom prst="rect">
            <a:avLst/>
          </a:prstGeom>
        </p:spPr>
      </p:pic>
      <p:pic>
        <p:nvPicPr>
          <p:cNvPr id="3" name="Kép 19">
            <a:extLst>
              <a:ext uri="{FF2B5EF4-FFF2-40B4-BE49-F238E27FC236}">
                <a16:creationId xmlns:a16="http://schemas.microsoft.com/office/drawing/2014/main" id="{387EFCE8-9B5C-3F45-9648-FDE51E1BD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203" y="2280334"/>
            <a:ext cx="3445997" cy="2297331"/>
          </a:xfrm>
          <a:prstGeom prst="rect">
            <a:avLst/>
          </a:prstGeom>
        </p:spPr>
      </p:pic>
      <p:pic>
        <p:nvPicPr>
          <p:cNvPr id="5" name="Kép 20">
            <a:extLst>
              <a:ext uri="{FF2B5EF4-FFF2-40B4-BE49-F238E27FC236}">
                <a16:creationId xmlns:a16="http://schemas.microsoft.com/office/drawing/2014/main" id="{4D480DC6-D61E-24BD-8F46-8ED6D9D908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13047795" y="1388631"/>
            <a:ext cx="2994933" cy="935303"/>
          </a:xfrm>
          <a:prstGeom prst="rect">
            <a:avLst/>
          </a:prstGeom>
          <a:noFill/>
        </p:spPr>
      </p:pic>
      <p:pic>
        <p:nvPicPr>
          <p:cNvPr id="10" name="Kép 21">
            <a:extLst>
              <a:ext uri="{FF2B5EF4-FFF2-40B4-BE49-F238E27FC236}">
                <a16:creationId xmlns:a16="http://schemas.microsoft.com/office/drawing/2014/main" id="{5F21B88D-4F56-D72B-195E-4E2ED9FFAA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379" y="3620892"/>
            <a:ext cx="3337456" cy="1272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32157D-508A-792F-4C8A-CB4CC15C4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E6C09F-7526-0F0F-2E8D-1658EFA72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17" name="Cím 1">
            <a:extLst>
              <a:ext uri="{FF2B5EF4-FFF2-40B4-BE49-F238E27FC236}">
                <a16:creationId xmlns:a16="http://schemas.microsoft.com/office/drawing/2014/main" id="{5E78C11A-9730-F002-6976-308C372B8B6C}"/>
              </a:ext>
            </a:extLst>
          </p:cNvPr>
          <p:cNvSpPr txBox="1">
            <a:spLocks/>
          </p:cNvSpPr>
          <p:nvPr/>
        </p:nvSpPr>
        <p:spPr>
          <a:xfrm>
            <a:off x="542436" y="1851389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Főbb jellemzői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0B335AC-7D09-E89B-16A3-56161D8029CB}"/>
              </a:ext>
            </a:extLst>
          </p:cNvPr>
          <p:cNvSpPr txBox="1">
            <a:spLocks/>
          </p:cNvSpPr>
          <p:nvPr/>
        </p:nvSpPr>
        <p:spPr>
          <a:xfrm>
            <a:off x="127436" y="29597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Többportos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Ethernet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switch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Wi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-Fi támogatás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DHCP szerver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Tűzfal és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Adminisztrációs felület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F7965D-D490-B4EE-D91F-5BBFA121D6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680" y="2067932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8" name="Téglalap: fent egyik sarkán lekerekítve, a másik sarkán levágva 11">
            <a:extLst>
              <a:ext uri="{FF2B5EF4-FFF2-40B4-BE49-F238E27FC236}">
                <a16:creationId xmlns:a16="http://schemas.microsoft.com/office/drawing/2014/main" id="{B53160D1-3723-BC86-BC32-E419E88497A1}"/>
              </a:ext>
            </a:extLst>
          </p:cNvPr>
          <p:cNvSpPr/>
          <p:nvPr/>
        </p:nvSpPr>
        <p:spPr>
          <a:xfrm flipH="1">
            <a:off x="156705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: fent egyik sarkán lekerekítve, a másik sarkán levágva 11">
            <a:extLst>
              <a:ext uri="{FF2B5EF4-FFF2-40B4-BE49-F238E27FC236}">
                <a16:creationId xmlns:a16="http://schemas.microsoft.com/office/drawing/2014/main" id="{0A39FEA5-B25B-6A43-231A-900CAF02EDDD}"/>
              </a:ext>
            </a:extLst>
          </p:cNvPr>
          <p:cNvSpPr/>
          <p:nvPr/>
        </p:nvSpPr>
        <p:spPr>
          <a:xfrm rot="10800000" flipH="1">
            <a:off x="-12635753" y="-138479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3DD72423-7DD7-86FE-66BD-705F0044F8DF}"/>
              </a:ext>
            </a:extLst>
          </p:cNvPr>
          <p:cNvSpPr txBox="1">
            <a:spLocks/>
          </p:cNvSpPr>
          <p:nvPr/>
        </p:nvSpPr>
        <p:spPr>
          <a:xfrm>
            <a:off x="-57803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Előnyök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A639ED06-11FF-9989-3539-989522A7CE11}"/>
              </a:ext>
            </a:extLst>
          </p:cNvPr>
          <p:cNvSpPr txBox="1">
            <a:spLocks/>
          </p:cNvSpPr>
          <p:nvPr/>
        </p:nvSpPr>
        <p:spPr>
          <a:xfrm>
            <a:off x="-5930901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Egyszerű beállítás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Költséghatékony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Integrált megoldás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49EB3258-AF36-103F-29C2-9E377288E9B6}"/>
              </a:ext>
            </a:extLst>
          </p:cNvPr>
          <p:cNvSpPr txBox="1">
            <a:spLocks/>
          </p:cNvSpPr>
          <p:nvPr/>
        </p:nvSpPr>
        <p:spPr>
          <a:xfrm>
            <a:off x="132470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Hátrányok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FDA766E9-36DB-95AD-1825-8C3B3F4C3BFE}"/>
              </a:ext>
            </a:extLst>
          </p:cNvPr>
          <p:cNvSpPr txBox="1">
            <a:spLocks/>
          </p:cNvSpPr>
          <p:nvPr/>
        </p:nvSpPr>
        <p:spPr>
          <a:xfrm>
            <a:off x="13057841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Korlátozott teljesítmény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Kevesebb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testreszabási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lehetőség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Biztonsági frissítések ritkán érkeznek</a:t>
            </a: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EE4AAB-38DD-1242-2E60-EF160BEDBA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217" y="2380495"/>
            <a:ext cx="932295" cy="9322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9DD6ECA-D422-C2CB-0271-DBF7A2A706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4726" y="2357868"/>
            <a:ext cx="925894" cy="925894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A899A99-CC4F-3B04-525D-C7D9239207BD}"/>
              </a:ext>
            </a:extLst>
          </p:cNvPr>
          <p:cNvSpPr/>
          <p:nvPr/>
        </p:nvSpPr>
        <p:spPr>
          <a:xfrm rot="4145011">
            <a:off x="-13419143" y="-18632417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3F2AF07-9148-6C92-CB3C-FFBED5EEFA30}"/>
              </a:ext>
            </a:extLst>
          </p:cNvPr>
          <p:cNvSpPr/>
          <p:nvPr/>
        </p:nvSpPr>
        <p:spPr>
          <a:xfrm rot="10251706">
            <a:off x="7144177" y="-15118618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9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8199" y="4563005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5552145" y="2135452"/>
            <a:ext cx="6801909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48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58800" dist="165100" dir="172200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1557073" y="1765299"/>
            <a:ext cx="8724898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48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58800" dist="165100" dir="172200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92524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Előnyök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74699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Egyszerű beállítás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Költséghatékony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Integrált megoldás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64CDFC76-264D-41A9-90BC-9CE328C66BD4}"/>
              </a:ext>
            </a:extLst>
          </p:cNvPr>
          <p:cNvSpPr txBox="1">
            <a:spLocks/>
          </p:cNvSpPr>
          <p:nvPr/>
        </p:nvSpPr>
        <p:spPr>
          <a:xfrm>
            <a:off x="75828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Hátrányok</a:t>
            </a: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37D29AA8-EF54-4820-9B14-DC4474599088}"/>
              </a:ext>
            </a:extLst>
          </p:cNvPr>
          <p:cNvSpPr txBox="1">
            <a:spLocks/>
          </p:cNvSpPr>
          <p:nvPr/>
        </p:nvSpPr>
        <p:spPr>
          <a:xfrm>
            <a:off x="7393641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Korlátozott teljesítmény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Kevesebb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testreszabási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lehetőség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Biztonsági frissítések ritkán érkeznek</a:t>
            </a: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D126CA04-9CD5-4A15-4AD9-7783CA2F7F4A}"/>
              </a:ext>
            </a:extLst>
          </p:cNvPr>
          <p:cNvSpPr txBox="1">
            <a:spLocks/>
          </p:cNvSpPr>
          <p:nvPr/>
        </p:nvSpPr>
        <p:spPr>
          <a:xfrm>
            <a:off x="-5921864" y="1851389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Főbb jellemzői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223BC25E-4770-921F-D396-BBF0E597140B}"/>
              </a:ext>
            </a:extLst>
          </p:cNvPr>
          <p:cNvSpPr txBox="1">
            <a:spLocks/>
          </p:cNvSpPr>
          <p:nvPr/>
        </p:nvSpPr>
        <p:spPr>
          <a:xfrm>
            <a:off x="-7860864" y="29597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Többportos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Ethernet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switch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Wi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-Fi támogatás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DHCP szerver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Tűzfal és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Adminisztrációs felület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4FA64-D60B-80A8-0DB4-DE32EE91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480" y="2067932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B3515CCD-E735-2615-D605-6143FE713908}"/>
              </a:ext>
            </a:extLst>
          </p:cNvPr>
          <p:cNvSpPr/>
          <p:nvPr/>
        </p:nvSpPr>
        <p:spPr>
          <a:xfrm flipH="1">
            <a:off x="-4460114" y="58065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0">
            <a:extLst>
              <a:ext uri="{FF2B5EF4-FFF2-40B4-BE49-F238E27FC236}">
                <a16:creationId xmlns:a16="http://schemas.microsoft.com/office/drawing/2014/main" id="{0056BF5A-ECBC-0943-9990-A24B63CBF9A3}"/>
              </a:ext>
            </a:extLst>
          </p:cNvPr>
          <p:cNvSpPr/>
          <p:nvPr/>
        </p:nvSpPr>
        <p:spPr>
          <a:xfrm rot="5400000">
            <a:off x="-2311551" y="66832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fent egyik sarkán lekerekítve, a másik sarkán levágva 11">
            <a:extLst>
              <a:ext uri="{FF2B5EF4-FFF2-40B4-BE49-F238E27FC236}">
                <a16:creationId xmlns:a16="http://schemas.microsoft.com/office/drawing/2014/main" id="{1F4BB870-B1C7-5186-1F45-91CDD42D8F32}"/>
              </a:ext>
            </a:extLst>
          </p:cNvPr>
          <p:cNvSpPr/>
          <p:nvPr/>
        </p:nvSpPr>
        <p:spPr>
          <a:xfrm flipH="1">
            <a:off x="-5105263" y="63920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0">
            <a:extLst>
              <a:ext uri="{FF2B5EF4-FFF2-40B4-BE49-F238E27FC236}">
                <a16:creationId xmlns:a16="http://schemas.microsoft.com/office/drawing/2014/main" id="{5A037EB3-6B2C-6D1E-C107-DE15A2DFB149}"/>
              </a:ext>
            </a:extLst>
          </p:cNvPr>
          <p:cNvSpPr/>
          <p:nvPr/>
        </p:nvSpPr>
        <p:spPr>
          <a:xfrm rot="5400000">
            <a:off x="-3020201" y="7205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fent egyik sarkán lekerekítve, a másik sarkán levágva 11">
            <a:extLst>
              <a:ext uri="{FF2B5EF4-FFF2-40B4-BE49-F238E27FC236}">
                <a16:creationId xmlns:a16="http://schemas.microsoft.com/office/drawing/2014/main" id="{0E79A0BE-C936-9260-61A2-C5949F6D6144}"/>
              </a:ext>
            </a:extLst>
          </p:cNvPr>
          <p:cNvSpPr/>
          <p:nvPr/>
        </p:nvSpPr>
        <p:spPr>
          <a:xfrm flipH="1">
            <a:off x="-5810699" y="69522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fent egyik sarkán lekerekítve, a másik sarkán levágva 11">
            <a:extLst>
              <a:ext uri="{FF2B5EF4-FFF2-40B4-BE49-F238E27FC236}">
                <a16:creationId xmlns:a16="http://schemas.microsoft.com/office/drawing/2014/main" id="{D53FDD1A-FBA5-4B23-CEE9-F03CACFD091A}"/>
              </a:ext>
            </a:extLst>
          </p:cNvPr>
          <p:cNvSpPr/>
          <p:nvPr/>
        </p:nvSpPr>
        <p:spPr>
          <a:xfrm flipH="1">
            <a:off x="124701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fent egyik sarkán lekerekítve, a másik sarkán levágva 11">
            <a:extLst>
              <a:ext uri="{FF2B5EF4-FFF2-40B4-BE49-F238E27FC236}">
                <a16:creationId xmlns:a16="http://schemas.microsoft.com/office/drawing/2014/main" id="{407AFA32-645D-446E-95A7-00C529134C46}"/>
              </a:ext>
            </a:extLst>
          </p:cNvPr>
          <p:cNvSpPr/>
          <p:nvPr/>
        </p:nvSpPr>
        <p:spPr>
          <a:xfrm rot="10800000" flipH="1">
            <a:off x="-9092453" y="-138479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7C42759-1EB9-26C9-89BC-B92DB6DAF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017" y="2380495"/>
            <a:ext cx="932295" cy="932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FFBC20-F44A-FF19-E1BC-4D4E883CA4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74" y="2357868"/>
            <a:ext cx="925894" cy="92589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AAB8541-3620-F48F-2441-BC6114FB4653}"/>
              </a:ext>
            </a:extLst>
          </p:cNvPr>
          <p:cNvSpPr txBox="1">
            <a:spLocks/>
          </p:cNvSpPr>
          <p:nvPr/>
        </p:nvSpPr>
        <p:spPr>
          <a:xfrm>
            <a:off x="-56787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Használati területek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8E50F1F-757F-3AFB-D204-69D299C1F91B}"/>
              </a:ext>
            </a:extLst>
          </p:cNvPr>
          <p:cNvSpPr txBox="1">
            <a:spLocks/>
          </p:cNvSpPr>
          <p:nvPr/>
        </p:nvSpPr>
        <p:spPr>
          <a:xfrm>
            <a:off x="-5842001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internetezés, streamelés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Kis irodák hálózati infrastruktúrája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Alap szintű vendéghálózatok kialakítása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okoseszközök hálózatba kötése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80ADD2DD-87B6-35FE-CD2B-AC37CB064AA6}"/>
              </a:ext>
            </a:extLst>
          </p:cNvPr>
          <p:cNvSpPr txBox="1">
            <a:spLocks/>
          </p:cNvSpPr>
          <p:nvPr/>
        </p:nvSpPr>
        <p:spPr>
          <a:xfrm>
            <a:off x="134502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Biztonsági tanácsok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C9A159DC-9363-FCDD-9147-71CDAD6904A0}"/>
              </a:ext>
            </a:extLst>
          </p:cNvPr>
          <p:cNvSpPr txBox="1">
            <a:spLocks/>
          </p:cNvSpPr>
          <p:nvPr/>
        </p:nvSpPr>
        <p:spPr>
          <a:xfrm>
            <a:off x="13295376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Alapértelmezett jelszó megváltoztatása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frissítése rendszeresen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Vendéghálózat elkülönít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14AEA6-E505-9462-7CEA-35AFF7C82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9054" y="1905490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0944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54000">
              <a:schemeClr val="tx1">
                <a:lumMod val="75000"/>
                <a:lumOff val="2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ím 1">
            <a:extLst>
              <a:ext uri="{FF2B5EF4-FFF2-40B4-BE49-F238E27FC236}">
                <a16:creationId xmlns:a16="http://schemas.microsoft.com/office/drawing/2014/main" id="{4FB27FB1-094D-6AC3-EE38-C48E2ADE9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889" y="3831167"/>
            <a:ext cx="9997017" cy="2015066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597" y="5875962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6178346" y="1881716"/>
            <a:ext cx="6175708" cy="5591970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338123" y="1657351"/>
            <a:ext cx="8873128" cy="5446182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3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92524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Használati területek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61999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internetezés, streamelés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Kis irodák hálózati infrastruktúrája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Alap szintű vendéghálózatok kialakítása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okoseszközök hálózatba kötése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64CDFC76-264D-41A9-90BC-9CE328C66BD4}"/>
              </a:ext>
            </a:extLst>
          </p:cNvPr>
          <p:cNvSpPr txBox="1">
            <a:spLocks/>
          </p:cNvSpPr>
          <p:nvPr/>
        </p:nvSpPr>
        <p:spPr>
          <a:xfrm>
            <a:off x="75828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Biztonsági tanácsok</a:t>
            </a: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37D29AA8-EF54-4820-9B14-DC4474599088}"/>
              </a:ext>
            </a:extLst>
          </p:cNvPr>
          <p:cNvSpPr txBox="1">
            <a:spLocks/>
          </p:cNvSpPr>
          <p:nvPr/>
        </p:nvSpPr>
        <p:spPr>
          <a:xfrm>
            <a:off x="7427976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Alapértelmezett jelszó megváltoztatása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frissítése rendszeresen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Vendéghálózat elkülönít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5C41471C-8C7C-8B3A-68C5-9F4751785D5B}"/>
              </a:ext>
            </a:extLst>
          </p:cNvPr>
          <p:cNvSpPr/>
          <p:nvPr/>
        </p:nvSpPr>
        <p:spPr>
          <a:xfrm flipH="1">
            <a:off x="150609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fent egyik sarkán lekerekítve, a másik sarkán levágva 11">
            <a:extLst>
              <a:ext uri="{FF2B5EF4-FFF2-40B4-BE49-F238E27FC236}">
                <a16:creationId xmlns:a16="http://schemas.microsoft.com/office/drawing/2014/main" id="{B94B5BBD-1386-8CE0-9BFE-156774CFC83F}"/>
              </a:ext>
            </a:extLst>
          </p:cNvPr>
          <p:cNvSpPr/>
          <p:nvPr/>
        </p:nvSpPr>
        <p:spPr>
          <a:xfrm rot="10800000" flipH="1">
            <a:off x="-13321553" y="-80435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1">
            <a:extLst>
              <a:ext uri="{FF2B5EF4-FFF2-40B4-BE49-F238E27FC236}">
                <a16:creationId xmlns:a16="http://schemas.microsoft.com/office/drawing/2014/main" id="{932D9D81-70BD-4134-9EBC-27968CBA3584}"/>
              </a:ext>
            </a:extLst>
          </p:cNvPr>
          <p:cNvSpPr/>
          <p:nvPr/>
        </p:nvSpPr>
        <p:spPr>
          <a:xfrm flipH="1">
            <a:off x="-2720214" y="61748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0">
            <a:extLst>
              <a:ext uri="{FF2B5EF4-FFF2-40B4-BE49-F238E27FC236}">
                <a16:creationId xmlns:a16="http://schemas.microsoft.com/office/drawing/2014/main" id="{597A6063-87F2-0268-A588-4FA7F3CB7427}"/>
              </a:ext>
            </a:extLst>
          </p:cNvPr>
          <p:cNvSpPr/>
          <p:nvPr/>
        </p:nvSpPr>
        <p:spPr>
          <a:xfrm rot="5400000">
            <a:off x="-571651" y="70515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1">
            <a:extLst>
              <a:ext uri="{FF2B5EF4-FFF2-40B4-BE49-F238E27FC236}">
                <a16:creationId xmlns:a16="http://schemas.microsoft.com/office/drawing/2014/main" id="{C4427F38-18C1-3127-B51E-FB2B91C049D7}"/>
              </a:ext>
            </a:extLst>
          </p:cNvPr>
          <p:cNvSpPr/>
          <p:nvPr/>
        </p:nvSpPr>
        <p:spPr>
          <a:xfrm flipH="1">
            <a:off x="-3365363" y="67603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fent egyik sarkán lekerekítve, a másik sarkán levágva 10">
            <a:extLst>
              <a:ext uri="{FF2B5EF4-FFF2-40B4-BE49-F238E27FC236}">
                <a16:creationId xmlns:a16="http://schemas.microsoft.com/office/drawing/2014/main" id="{FD83CD94-60A3-16B2-C418-CACCF0599FF1}"/>
              </a:ext>
            </a:extLst>
          </p:cNvPr>
          <p:cNvSpPr/>
          <p:nvPr/>
        </p:nvSpPr>
        <p:spPr>
          <a:xfrm rot="5400000">
            <a:off x="-1280301" y="75735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1">
            <a:extLst>
              <a:ext uri="{FF2B5EF4-FFF2-40B4-BE49-F238E27FC236}">
                <a16:creationId xmlns:a16="http://schemas.microsoft.com/office/drawing/2014/main" id="{933C3918-52E4-FF52-754F-065C43F07CDB}"/>
              </a:ext>
            </a:extLst>
          </p:cNvPr>
          <p:cNvSpPr/>
          <p:nvPr/>
        </p:nvSpPr>
        <p:spPr>
          <a:xfrm flipH="1">
            <a:off x="-4070799" y="73205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F472CFE-A1B9-AB43-26E3-5C7084A00AD1}"/>
              </a:ext>
            </a:extLst>
          </p:cNvPr>
          <p:cNvSpPr txBox="1">
            <a:spLocks/>
          </p:cNvSpPr>
          <p:nvPr/>
        </p:nvSpPr>
        <p:spPr>
          <a:xfrm>
            <a:off x="-58819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Előnyök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46B05AC2-8CF6-7D08-37CF-5121B07E4564}"/>
              </a:ext>
            </a:extLst>
          </p:cNvPr>
          <p:cNvSpPr txBox="1">
            <a:spLocks/>
          </p:cNvSpPr>
          <p:nvPr/>
        </p:nvSpPr>
        <p:spPr>
          <a:xfrm>
            <a:off x="-6032501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Egyszerű beállítás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Költséghatékony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Integrált megoldás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30E50192-CC63-48B5-B16F-04767885D827}"/>
              </a:ext>
            </a:extLst>
          </p:cNvPr>
          <p:cNvSpPr txBox="1">
            <a:spLocks/>
          </p:cNvSpPr>
          <p:nvPr/>
        </p:nvSpPr>
        <p:spPr>
          <a:xfrm>
            <a:off x="132470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Hátrányok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E27AA2B9-9199-76A0-4F01-24D25B0393A8}"/>
              </a:ext>
            </a:extLst>
          </p:cNvPr>
          <p:cNvSpPr txBox="1">
            <a:spLocks/>
          </p:cNvSpPr>
          <p:nvPr/>
        </p:nvSpPr>
        <p:spPr>
          <a:xfrm>
            <a:off x="13057841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Korlátozott teljesítmény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Kevesebb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testreszabási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lehetőség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Biztonsági frissítések ritkán érkeznek</a:t>
            </a: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6CBBCC-523C-3348-6D7C-5B9778DA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217" y="2380495"/>
            <a:ext cx="932295" cy="9322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7BC3F4-A0FE-3C6C-3548-0B872901F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6326" y="2357868"/>
            <a:ext cx="925894" cy="925894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9739557-FB36-AAC5-B817-921928BE9D2D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A562565-8579-5717-FBBB-4AC08E7EE585}"/>
              </a:ext>
            </a:extLst>
          </p:cNvPr>
          <p:cNvSpPr/>
          <p:nvPr/>
        </p:nvSpPr>
        <p:spPr>
          <a:xfrm rot="10530796">
            <a:off x="7760752" y="-849940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93000" sy="193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3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</a:schemeClr>
            </a:gs>
            <a:gs pos="54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9B4990-B4E6-4326-A8E8-F20E4BCB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889" y="1449917"/>
            <a:ext cx="9997017" cy="2015066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597" y="3772430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CE620E0B-653E-4EC5-8465-CCE4CEC12BD1}"/>
              </a:ext>
            </a:extLst>
          </p:cNvPr>
          <p:cNvSpPr txBox="1">
            <a:spLocks/>
          </p:cNvSpPr>
          <p:nvPr/>
        </p:nvSpPr>
        <p:spPr>
          <a:xfrm>
            <a:off x="1055289" y="685800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520DC9B0-3F5B-4129-927A-D884A43137BE}"/>
              </a:ext>
            </a:extLst>
          </p:cNvPr>
          <p:cNvSpPr txBox="1">
            <a:spLocks/>
          </p:cNvSpPr>
          <p:nvPr/>
        </p:nvSpPr>
        <p:spPr>
          <a:xfrm>
            <a:off x="640289" y="7711016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hu-HU" sz="2400" dirty="0"/>
              <a:t>A SOHO router -  </a:t>
            </a:r>
          </a:p>
          <a:p>
            <a:pPr algn="l"/>
            <a:r>
              <a:rPr lang="hu-HU" sz="2400" dirty="0"/>
              <a:t>(</a:t>
            </a:r>
            <a:r>
              <a:rPr lang="hu-HU" sz="2400" dirty="0" err="1"/>
              <a:t>Small</a:t>
            </a:r>
            <a:r>
              <a:rPr lang="hu-HU" sz="2400" dirty="0"/>
              <a:t> Office/Home Office router) olyan hálózati eszköz, amelyet kis irodák vagy otthoni felhasználók számára terveztek.</a:t>
            </a:r>
          </a:p>
          <a:p>
            <a:pPr algn="l"/>
            <a:endParaRPr lang="hu-HU" sz="2400" dirty="0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64911261-3F94-4841-B1CF-F162523A5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151" y="7696199"/>
            <a:ext cx="2632078" cy="2632078"/>
          </a:xfrm>
          <a:prstGeom prst="rect">
            <a:avLst/>
          </a:prstGeom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5FD47E8E-FC19-C26D-AED4-09EF1B28D894}"/>
              </a:ext>
            </a:extLst>
          </p:cNvPr>
          <p:cNvSpPr txBox="1">
            <a:spLocks/>
          </p:cNvSpPr>
          <p:nvPr/>
        </p:nvSpPr>
        <p:spPr>
          <a:xfrm>
            <a:off x="129422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Biztonsági tanácsok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A8404ABD-EE4A-30C3-BDEF-E7430302B5EB}"/>
              </a:ext>
            </a:extLst>
          </p:cNvPr>
          <p:cNvSpPr txBox="1">
            <a:spLocks/>
          </p:cNvSpPr>
          <p:nvPr/>
        </p:nvSpPr>
        <p:spPr>
          <a:xfrm>
            <a:off x="12787376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Alapértelmezett jelszó megváltoztatása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frissítése rendszeresen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Vendéghálózat elkülönít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églalap: fent egyik sarkán lekerekítve, a másik sarkán levágva 4">
            <a:extLst>
              <a:ext uri="{FF2B5EF4-FFF2-40B4-BE49-F238E27FC236}">
                <a16:creationId xmlns:a16="http://schemas.microsoft.com/office/drawing/2014/main" id="{1683B096-FBA8-4258-8A96-70F8AE68D49D}"/>
              </a:ext>
            </a:extLst>
          </p:cNvPr>
          <p:cNvSpPr/>
          <p:nvPr/>
        </p:nvSpPr>
        <p:spPr>
          <a:xfrm>
            <a:off x="6121398" y="5046133"/>
            <a:ext cx="6801909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2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5">
            <a:extLst>
              <a:ext uri="{FF2B5EF4-FFF2-40B4-BE49-F238E27FC236}">
                <a16:creationId xmlns:a16="http://schemas.microsoft.com/office/drawing/2014/main" id="{6E6D1080-9D67-4993-9FB7-06CC4BD99DD2}"/>
              </a:ext>
            </a:extLst>
          </p:cNvPr>
          <p:cNvSpPr/>
          <p:nvPr/>
        </p:nvSpPr>
        <p:spPr>
          <a:xfrm flipH="1">
            <a:off x="-1282700" y="5710766"/>
            <a:ext cx="8724898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1">
            <a:extLst>
              <a:ext uri="{FF2B5EF4-FFF2-40B4-BE49-F238E27FC236}">
                <a16:creationId xmlns:a16="http://schemas.microsoft.com/office/drawing/2014/main" id="{0AABF3EF-481D-C23C-3520-1E1A2F0061FA}"/>
              </a:ext>
            </a:extLst>
          </p:cNvPr>
          <p:cNvSpPr/>
          <p:nvPr/>
        </p:nvSpPr>
        <p:spPr>
          <a:xfrm flipH="1">
            <a:off x="-1748319" y="9389401"/>
            <a:ext cx="8825412" cy="8835961"/>
          </a:xfrm>
          <a:prstGeom prst="snipRoundRect">
            <a:avLst>
              <a:gd name="adj1" fmla="val 12047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7DC2DC20-C799-DD82-1942-66929A3FF4BF}"/>
              </a:ext>
            </a:extLst>
          </p:cNvPr>
          <p:cNvSpPr/>
          <p:nvPr/>
        </p:nvSpPr>
        <p:spPr>
          <a:xfrm rot="5400000">
            <a:off x="-1197938" y="9791254"/>
            <a:ext cx="7970046" cy="7952617"/>
          </a:xfrm>
          <a:prstGeom prst="snipRoundRect">
            <a:avLst>
              <a:gd name="adj1" fmla="val 1382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1">
            <a:extLst>
              <a:ext uri="{FF2B5EF4-FFF2-40B4-BE49-F238E27FC236}">
                <a16:creationId xmlns:a16="http://schemas.microsoft.com/office/drawing/2014/main" id="{9F213A20-472B-7734-AE33-01080AC9ACE6}"/>
              </a:ext>
            </a:extLst>
          </p:cNvPr>
          <p:cNvSpPr/>
          <p:nvPr/>
        </p:nvSpPr>
        <p:spPr>
          <a:xfrm flipH="1">
            <a:off x="-2308173" y="10007972"/>
            <a:ext cx="8749419" cy="7475731"/>
          </a:xfrm>
          <a:prstGeom prst="snipRoundRect">
            <a:avLst>
              <a:gd name="adj1" fmla="val 9981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fent egyik sarkán lekerekítve, a másik sarkán levágva 10">
            <a:extLst>
              <a:ext uri="{FF2B5EF4-FFF2-40B4-BE49-F238E27FC236}">
                <a16:creationId xmlns:a16="http://schemas.microsoft.com/office/drawing/2014/main" id="{32BF1532-2261-766D-7794-97B9F8B7C6FE}"/>
              </a:ext>
            </a:extLst>
          </p:cNvPr>
          <p:cNvSpPr/>
          <p:nvPr/>
        </p:nvSpPr>
        <p:spPr>
          <a:xfrm rot="5400000">
            <a:off x="-1766644" y="9372786"/>
            <a:ext cx="6893356" cy="8749419"/>
          </a:xfrm>
          <a:prstGeom prst="snipRoundRect">
            <a:avLst>
              <a:gd name="adj1" fmla="val 1271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fent egyik sarkán lekerekítve, a másik sarkán levágva 11">
            <a:extLst>
              <a:ext uri="{FF2B5EF4-FFF2-40B4-BE49-F238E27FC236}">
                <a16:creationId xmlns:a16="http://schemas.microsoft.com/office/drawing/2014/main" id="{A78A3894-E7E6-E505-D899-5D03E40CAE83}"/>
              </a:ext>
            </a:extLst>
          </p:cNvPr>
          <p:cNvSpPr/>
          <p:nvPr/>
        </p:nvSpPr>
        <p:spPr>
          <a:xfrm flipH="1">
            <a:off x="-3041279" y="10665462"/>
            <a:ext cx="8749419" cy="6283840"/>
          </a:xfrm>
          <a:prstGeom prst="snipRoundRect">
            <a:avLst>
              <a:gd name="adj1" fmla="val 7884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D19BC39-F34A-ABDC-C863-C8C0C94F1787}"/>
              </a:ext>
            </a:extLst>
          </p:cNvPr>
          <p:cNvSpPr txBox="1">
            <a:spLocks/>
          </p:cNvSpPr>
          <p:nvPr/>
        </p:nvSpPr>
        <p:spPr>
          <a:xfrm>
            <a:off x="-53739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Használati területek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C9C3DFA1-0C51-2085-FC4C-EA25A6EDDE5A}"/>
              </a:ext>
            </a:extLst>
          </p:cNvPr>
          <p:cNvSpPr txBox="1">
            <a:spLocks/>
          </p:cNvSpPr>
          <p:nvPr/>
        </p:nvSpPr>
        <p:spPr>
          <a:xfrm>
            <a:off x="-5537201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internetezés, streamelés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Kis irodák hálózati infrastruktúrája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Alap szintű vendéghálózatok kialakítása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okoseszközök hálózatba kötése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FA6ADFE-EA8A-1D9A-D831-E6E2BE37C11C}"/>
              </a:ext>
            </a:extLst>
          </p:cNvPr>
          <p:cNvSpPr/>
          <p:nvPr/>
        </p:nvSpPr>
        <p:spPr>
          <a:xfrm rot="4145011">
            <a:off x="-12525780" y="-11780651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270000" dist="2540000" dir="4200000" sx="200000" sy="200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684806C-D336-1360-2DEF-5BA2E03AAF2C}"/>
              </a:ext>
            </a:extLst>
          </p:cNvPr>
          <p:cNvSpPr/>
          <p:nvPr/>
        </p:nvSpPr>
        <p:spPr>
          <a:xfrm rot="10251706">
            <a:off x="8037540" y="-826685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270000" dist="2540000" dir="4200000" sx="200000" sy="200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291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Office-téma</vt:lpstr>
      <vt:lpstr>Routerek a nappaliból az irodába</vt:lpstr>
      <vt:lpstr>PowerPoint Presentation</vt:lpstr>
      <vt:lpstr>PowerPoint Presentation</vt:lpstr>
      <vt:lpstr>PowerPoint Presentation</vt:lpstr>
      <vt:lpstr>PowerPoint Presentation</vt:lpstr>
      <vt:lpstr>Köszönöm a figyelmet!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SOHO routerek  szerepe és működése</dc:title>
  <dc:creator>Bozó  Attila Péter</dc:creator>
  <cp:lastModifiedBy>Gggg Yu</cp:lastModifiedBy>
  <cp:revision>102</cp:revision>
  <dcterms:created xsi:type="dcterms:W3CDTF">2025-11-04T08:09:58Z</dcterms:created>
  <dcterms:modified xsi:type="dcterms:W3CDTF">2025-11-19T19:11:00Z</dcterms:modified>
</cp:coreProperties>
</file>