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1E2588-7502-47E5-B223-F4416C016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0A631CB-83DE-47FC-904D-A95B9125E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BE94AB4-3BDB-434C-ADA8-E77FDBD29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909D9-C8BC-4F17-9FC7-B40E8395088D}" type="datetimeFigureOut">
              <a:rPr lang="hu-HU" smtClean="0"/>
              <a:t>2025. 11. 04.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51A4CB6-31CE-45C9-980D-1F7BF4A66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AD4920B-1E5D-42C6-8FCA-9576C2189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6B0D-DAEF-481A-9F0B-1E16F60BE5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17259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2597DD-7C71-4311-A898-322C65CD7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7C7D573-CA22-42F9-B7A9-767028198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032C21D-02B8-4761-916D-2DC120748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909D9-C8BC-4F17-9FC7-B40E8395088D}" type="datetimeFigureOut">
              <a:rPr lang="hu-HU" smtClean="0"/>
              <a:t>2025. 11. 04.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9CA95E5-1A89-46F7-900F-85884C3CA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DD4F590-9141-420B-B335-E0B8CB4A6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6B0D-DAEF-481A-9F0B-1E16F60BE5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69547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CCF149-6B70-48A1-A45B-CB08E1076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BB5A23E-1E6D-45D8-AFBD-33713D065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98240F8-C725-40E2-8729-85193DB49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909D9-C8BC-4F17-9FC7-B40E8395088D}" type="datetimeFigureOut">
              <a:rPr lang="hu-HU" smtClean="0"/>
              <a:t>2025. 11. 04.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40C5E8E-2139-40AE-8B84-6B37E5A06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8E1FA3B-FBF8-451A-9DB4-78965E292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6B0D-DAEF-481A-9F0B-1E16F60BE5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70402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6585B4-C30E-4F0D-ADB2-32F103ED2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390C1B8-6E22-4EEA-974C-12A6D02109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75F25BA-DE17-4D11-89AD-93E81FDF9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1460A94-F85E-45BE-AB75-9B835587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909D9-C8BC-4F17-9FC7-B40E8395088D}" type="datetimeFigureOut">
              <a:rPr lang="hu-HU" smtClean="0"/>
              <a:t>2025. 11. 04.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CF001F3-C0CC-4FFC-B22F-CDDC07B4F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8EE49EC-8B74-42FF-8189-7B79883FC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6B0D-DAEF-481A-9F0B-1E16F60BE5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53035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12B3AD5-B64B-4EB5-A31F-4894D9F37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105FE12-8323-4DDC-A9AD-6FAD6BF7B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DE7BA11-6BA7-4F9C-BAFA-2C6F274DA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5D92F2D4-3FB4-4B86-A0A9-DA53D49FD7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276F5ED4-0F74-4B1C-8157-64E98DEA91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341DF402-6CEC-47BA-839D-D73E25F9E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909D9-C8BC-4F17-9FC7-B40E8395088D}" type="datetimeFigureOut">
              <a:rPr lang="hu-HU" smtClean="0"/>
              <a:t>2025. 11. 04.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98A07DC-A58C-4E59-9182-C3D657684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08121AC4-A5B2-4DFD-92F9-2E6CDE053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6B0D-DAEF-481A-9F0B-1E16F60BE5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61412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7E54D61-3462-4351-B91E-71ED6B250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80008BB4-C97E-427E-B119-FDF4E15F6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909D9-C8BC-4F17-9FC7-B40E8395088D}" type="datetimeFigureOut">
              <a:rPr lang="hu-HU" smtClean="0"/>
              <a:t>2025. 11. 04.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BB231CF4-F768-40C7-8897-07A909F81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B44EB0B-C1F1-420D-A774-21AD2DE84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6B0D-DAEF-481A-9F0B-1E16F60BE5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1905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79ABFC16-E2ED-4951-8D1A-C67DDD9C8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909D9-C8BC-4F17-9FC7-B40E8395088D}" type="datetimeFigureOut">
              <a:rPr lang="hu-HU" smtClean="0"/>
              <a:t>2025. 11. 04.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A9AE9C8E-6DB0-46D8-B644-156B1BDBB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EBA752E-AB5E-46B7-B759-3989108F5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6B0D-DAEF-481A-9F0B-1E16F60BE5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45326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87D04F-68D9-4A31-A496-E292083B9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6605EFB-7063-40CE-BCCC-5BAE34072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DCD345E-4141-4FBC-BA73-7E5EC507F6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762DD56-7CCC-4C35-A454-470D325B0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909D9-C8BC-4F17-9FC7-B40E8395088D}" type="datetimeFigureOut">
              <a:rPr lang="hu-HU" smtClean="0"/>
              <a:t>2025. 11. 04.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0A5DD00-6760-412E-A51A-6A6A9EF0B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55B88C2-FEC7-46CE-9C3D-24291B5B7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6B0D-DAEF-481A-9F0B-1E16F60BE5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2675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3A7BAF7-B3E9-4F4E-920B-0E9859A71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F7C41532-2261-4060-B8E5-32EC3747BC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E8DE643-6A99-448B-91D5-04BF8D325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B3383B0-CF58-4905-A9E6-7FBE2C91E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909D9-C8BC-4F17-9FC7-B40E8395088D}" type="datetimeFigureOut">
              <a:rPr lang="hu-HU" smtClean="0"/>
              <a:t>2025. 11. 04.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1320DB1-6EC9-48F6-9083-62207C638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D5C73A9-9D90-42EA-A0FA-FC95DBD3F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6B0D-DAEF-481A-9F0B-1E16F60BE5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35570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81776A1-09B2-4E19-8DBB-8E5ECC7ED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B1F4260-0432-4011-B720-F4386D7AAF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28A03A0-13EA-45CF-B781-F75EBFD22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909D9-C8BC-4F17-9FC7-B40E8395088D}" type="datetimeFigureOut">
              <a:rPr lang="hu-HU" smtClean="0"/>
              <a:t>2025. 11. 04.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5374CA4-D48D-426A-A16C-4872DAA39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B411BBC-9D07-4A4A-85F2-1D38C507A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6B0D-DAEF-481A-9F0B-1E16F60BE5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63630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13F16231-5F9C-41B7-A955-A1924408BB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033DB6B-13F9-4258-8582-761CD14BE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772FB06-6827-4ED5-ABFF-1CF07850B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909D9-C8BC-4F17-9FC7-B40E8395088D}" type="datetimeFigureOut">
              <a:rPr lang="hu-HU" smtClean="0"/>
              <a:t>2025. 11. 04.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F61460A-6DBD-40DF-8B11-0E437A544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B164AD1-3826-4653-A0C2-6BBFB69C2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96B0D-DAEF-481A-9F0B-1E16F60BE5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36455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f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CE42868E-07B4-4F55-8E8F-17524D451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0FF8192-6183-4E3C-A7D6-043EC28A6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678CEC8-75BB-4A9B-A989-7243609E55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909D9-C8BC-4F17-9FC7-B40E8395088D}" type="datetimeFigureOut">
              <a:rPr lang="hu-HU" smtClean="0"/>
              <a:t>2025. 11. 04.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87FA90C-2386-4329-BDBF-135A0F679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9B39143-BD42-4561-9A43-39748AE79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96B0D-DAEF-481A-9F0B-1E16F60BE5C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53861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E40D7EE-17F5-4D15-824A-F89D81B1B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0667" y="-2065868"/>
            <a:ext cx="5723467" cy="3572935"/>
          </a:xfrm>
        </p:spPr>
        <p:txBody>
          <a:bodyPr>
            <a:noAutofit/>
          </a:bodyPr>
          <a:lstStyle/>
          <a:p>
            <a:r>
              <a:rPr lang="hu-HU" sz="6600" dirty="0"/>
              <a:t>VLAN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2187977-1FF3-4E9E-933E-3D5A84D41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4134" y="6230938"/>
            <a:ext cx="9144000" cy="1655762"/>
          </a:xfrm>
        </p:spPr>
        <p:txBody>
          <a:bodyPr/>
          <a:lstStyle/>
          <a:p>
            <a:r>
              <a:rPr lang="hu-HU" dirty="0"/>
              <a:t>Készítette: Kotlár Mátyás Levente</a:t>
            </a:r>
          </a:p>
        </p:txBody>
      </p:sp>
    </p:spTree>
    <p:extLst>
      <p:ext uri="{BB962C8B-B14F-4D97-AF65-F5344CB8AC3E}">
        <p14:creationId xmlns:p14="http://schemas.microsoft.com/office/powerpoint/2010/main" val="112717790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0CECC9E-D156-4FAA-B759-DEEEFE476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9258"/>
            <a:ext cx="10515600" cy="1325563"/>
          </a:xfrm>
        </p:spPr>
        <p:txBody>
          <a:bodyPr/>
          <a:lstStyle/>
          <a:p>
            <a:r>
              <a:rPr lang="hu-HU" dirty="0">
                <a:solidFill>
                  <a:srgbClr val="FF0000"/>
                </a:solidFill>
              </a:rPr>
              <a:t>A VLAN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8441136-D48F-47D5-BF7F-1FF515369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533" y="412855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hu-HU" dirty="0">
              <a:solidFill>
                <a:srgbClr val="FF0000"/>
              </a:solidFill>
            </a:endParaRPr>
          </a:p>
          <a:p>
            <a:r>
              <a:rPr lang="hu-HU" dirty="0">
                <a:solidFill>
                  <a:srgbClr val="FF0000"/>
                </a:solidFill>
              </a:rPr>
              <a:t>egyetlen fizikai hálózaton belül több logikailag elkülönített hálózatot hozzunk létre</a:t>
            </a:r>
          </a:p>
          <a:p>
            <a:endParaRPr lang="hu-HU" dirty="0">
              <a:solidFill>
                <a:srgbClr val="FF0000"/>
              </a:solidFill>
            </a:endParaRPr>
          </a:p>
          <a:p>
            <a:r>
              <a:rPr lang="hu-HU" dirty="0">
                <a:solidFill>
                  <a:srgbClr val="FF0000"/>
                </a:solidFill>
              </a:rPr>
              <a:t>ugyanabban a virtuális hálózatban működés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5AAA252E-8B40-4D2C-9E0A-BB12522F2D72}"/>
              </a:ext>
            </a:extLst>
          </p:cNvPr>
          <p:cNvSpPr txBox="1"/>
          <p:nvPr/>
        </p:nvSpPr>
        <p:spPr>
          <a:xfrm>
            <a:off x="431799" y="2308413"/>
            <a:ext cx="4563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rgbClr val="FF0000"/>
                </a:solidFill>
              </a:rPr>
              <a:t>Virtual Local Area Network </a:t>
            </a:r>
          </a:p>
        </p:txBody>
      </p:sp>
    </p:spTree>
    <p:extLst>
      <p:ext uri="{BB962C8B-B14F-4D97-AF65-F5344CB8AC3E}">
        <p14:creationId xmlns:p14="http://schemas.microsoft.com/office/powerpoint/2010/main" val="2247325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D4441FC-E484-4537-B368-24A325817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0700"/>
            <a:ext cx="5452530" cy="1325563"/>
          </a:xfrm>
        </p:spPr>
        <p:txBody>
          <a:bodyPr>
            <a:normAutofit/>
          </a:bodyPr>
          <a:lstStyle/>
          <a:p>
            <a:r>
              <a:rPr lang="hu-HU" sz="4000" dirty="0">
                <a:solidFill>
                  <a:srgbClr val="FF0000"/>
                </a:solidFill>
              </a:rPr>
              <a:t>A VLAN TECHNOLÓGIA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BD71E94-88FB-4184-8EBC-0AC58D368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66" y="2182812"/>
            <a:ext cx="2328333" cy="714374"/>
          </a:xfrm>
        </p:spPr>
        <p:txBody>
          <a:bodyPr/>
          <a:lstStyle/>
          <a:p>
            <a:r>
              <a:rPr lang="hu-HU" dirty="0">
                <a:solidFill>
                  <a:srgbClr val="FF0000"/>
                </a:solidFill>
              </a:rPr>
              <a:t>két fő típus: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76070B72-B241-4C8E-A448-207B69285E2D}"/>
              </a:ext>
            </a:extLst>
          </p:cNvPr>
          <p:cNvSpPr txBox="1"/>
          <p:nvPr/>
        </p:nvSpPr>
        <p:spPr>
          <a:xfrm>
            <a:off x="2239432" y="2241387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FF0000"/>
                </a:solidFill>
              </a:rPr>
              <a:t>statikus VLAN (port-alapú) 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DF92EF12-99C8-4835-B4E6-07785FA15B4F}"/>
              </a:ext>
            </a:extLst>
          </p:cNvPr>
          <p:cNvSpPr txBox="1"/>
          <p:nvPr/>
        </p:nvSpPr>
        <p:spPr>
          <a:xfrm>
            <a:off x="2387599" y="3960815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FF0000"/>
                </a:solidFill>
              </a:rPr>
              <a:t>dinamikus VLAN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E86D09EE-7C5C-45F7-80D2-0FE3C0914BA8}"/>
              </a:ext>
            </a:extLst>
          </p:cNvPr>
          <p:cNvSpPr txBox="1"/>
          <p:nvPr/>
        </p:nvSpPr>
        <p:spPr>
          <a:xfrm>
            <a:off x="5206996" y="5659288"/>
            <a:ext cx="4470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FF0000"/>
                </a:solidFill>
              </a:rPr>
              <a:t>legnagyobb előnye a biztonság</a:t>
            </a:r>
            <a:endParaRPr lang="hu-HU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629A32B3-A199-407F-93F0-9D7B6027A5F7}"/>
              </a:ext>
            </a:extLst>
          </p:cNvPr>
          <p:cNvSpPr txBox="1"/>
          <p:nvPr/>
        </p:nvSpPr>
        <p:spPr>
          <a:xfrm>
            <a:off x="5511796" y="2049272"/>
            <a:ext cx="4165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rgbClr val="FF0000"/>
                </a:solidFill>
              </a:rPr>
              <a:t>Különböző VLAN-ok közötti kommunikáció nem történik meg automatikusan.</a:t>
            </a:r>
          </a:p>
        </p:txBody>
      </p:sp>
    </p:spTree>
    <p:extLst>
      <p:ext uri="{BB962C8B-B14F-4D97-AF65-F5344CB8AC3E}">
        <p14:creationId xmlns:p14="http://schemas.microsoft.com/office/powerpoint/2010/main" val="1229035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3AE5EE-10D5-4FAC-B363-5A21168FD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8255"/>
            <a:ext cx="10947400" cy="1325563"/>
          </a:xfrm>
        </p:spPr>
        <p:txBody>
          <a:bodyPr/>
          <a:lstStyle/>
          <a:p>
            <a:r>
              <a:rPr lang="hu-HU" dirty="0">
                <a:solidFill>
                  <a:srgbClr val="FFFF00"/>
                </a:solidFill>
              </a:rPr>
              <a:t>A VLAN-OK HASZNÁLATÁNAK TOVÁBBI ELŐNYE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DEE069-5D4C-4D47-AA39-B50CD1C84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1" y="2123852"/>
            <a:ext cx="10515600" cy="4351338"/>
          </a:xfrm>
        </p:spPr>
        <p:txBody>
          <a:bodyPr/>
          <a:lstStyle/>
          <a:p>
            <a:r>
              <a:rPr lang="hu-HU" dirty="0">
                <a:solidFill>
                  <a:srgbClr val="FFFF00"/>
                </a:solidFill>
              </a:rPr>
              <a:t>könnyebb menedzsment és skálázhatóság</a:t>
            </a:r>
          </a:p>
          <a:p>
            <a:r>
              <a:rPr lang="hu-HU" sz="2400" dirty="0">
                <a:solidFill>
                  <a:srgbClr val="FFFF00"/>
                </a:solidFill>
              </a:rPr>
              <a:t>A VLAN-</a:t>
            </a:r>
            <a:r>
              <a:rPr lang="hu-HU" sz="2400" dirty="0" err="1">
                <a:solidFill>
                  <a:srgbClr val="FFFF00"/>
                </a:solidFill>
              </a:rPr>
              <a:t>okat</a:t>
            </a:r>
            <a:r>
              <a:rPr lang="hu-HU" sz="2400" dirty="0">
                <a:solidFill>
                  <a:srgbClr val="FFFF00"/>
                </a:solidFill>
              </a:rPr>
              <a:t> gyakran használják együtt más hálózati technológiákkal: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50B6CD55-A6F9-4DA6-A22F-D9BFA4D39118}"/>
              </a:ext>
            </a:extLst>
          </p:cNvPr>
          <p:cNvSpPr txBox="1"/>
          <p:nvPr/>
        </p:nvSpPr>
        <p:spPr>
          <a:xfrm>
            <a:off x="838200" y="4037911"/>
            <a:ext cx="406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2800" dirty="0" err="1">
                <a:solidFill>
                  <a:srgbClr val="FF0000"/>
                </a:solidFill>
              </a:rPr>
              <a:t>QoS</a:t>
            </a:r>
            <a:r>
              <a:rPr lang="hu-HU" sz="2800" dirty="0">
                <a:solidFill>
                  <a:srgbClr val="FF0000"/>
                </a:solidFill>
              </a:rPr>
              <a:t> (</a:t>
            </a:r>
            <a:r>
              <a:rPr lang="hu-HU" sz="2800" dirty="0" err="1">
                <a:solidFill>
                  <a:srgbClr val="FF0000"/>
                </a:solidFill>
              </a:rPr>
              <a:t>Quality</a:t>
            </a:r>
            <a:r>
              <a:rPr lang="hu-HU" sz="2800" dirty="0">
                <a:solidFill>
                  <a:srgbClr val="FF0000"/>
                </a:solidFill>
              </a:rPr>
              <a:t> of Service) 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FC269EC8-0F40-4CA0-8589-C3615947C398}"/>
              </a:ext>
            </a:extLst>
          </p:cNvPr>
          <p:cNvSpPr txBox="1"/>
          <p:nvPr/>
        </p:nvSpPr>
        <p:spPr>
          <a:xfrm>
            <a:off x="965199" y="4976632"/>
            <a:ext cx="3471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2800" dirty="0" err="1">
                <a:solidFill>
                  <a:srgbClr val="FF0000"/>
                </a:solidFill>
              </a:rPr>
              <a:t>VoIP</a:t>
            </a:r>
            <a:r>
              <a:rPr lang="hu-HU" sz="2800" dirty="0">
                <a:solidFill>
                  <a:srgbClr val="FF0000"/>
                </a:solidFill>
              </a:rPr>
              <a:t> (</a:t>
            </a:r>
            <a:r>
              <a:rPr lang="hu-HU" sz="2800" dirty="0" err="1">
                <a:solidFill>
                  <a:srgbClr val="FF0000"/>
                </a:solidFill>
              </a:rPr>
              <a:t>Voice</a:t>
            </a:r>
            <a:r>
              <a:rPr lang="hu-HU" sz="2800" dirty="0">
                <a:solidFill>
                  <a:srgbClr val="FF0000"/>
                </a:solidFill>
              </a:rPr>
              <a:t> over IP)</a:t>
            </a:r>
          </a:p>
        </p:txBody>
      </p:sp>
    </p:spTree>
    <p:extLst>
      <p:ext uri="{BB962C8B-B14F-4D97-AF65-F5344CB8AC3E}">
        <p14:creationId xmlns:p14="http://schemas.microsoft.com/office/powerpoint/2010/main" val="3592815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D620CA-8C87-4A6A-A524-DBC0A4DA6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rgbClr val="FF0000"/>
                </a:solidFill>
              </a:rPr>
              <a:t>ÖSSZEFOGLALÁSKÉNT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65063C2-95F5-4EBF-AB0A-448B316EE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0299" y="1707684"/>
            <a:ext cx="4851400" cy="2069042"/>
          </a:xfrm>
        </p:spPr>
        <p:txBody>
          <a:bodyPr/>
          <a:lstStyle/>
          <a:p>
            <a:r>
              <a:rPr lang="hu-HU" dirty="0">
                <a:solidFill>
                  <a:srgbClr val="FF0000"/>
                </a:solidFill>
              </a:rPr>
              <a:t>hálózatok logikai strukturálása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20B95A9C-41A2-4258-9827-351FBC18D7DE}"/>
              </a:ext>
            </a:extLst>
          </p:cNvPr>
          <p:cNvSpPr txBox="1"/>
          <p:nvPr/>
        </p:nvSpPr>
        <p:spPr>
          <a:xfrm>
            <a:off x="6096000" y="5438621"/>
            <a:ext cx="322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rgbClr val="FF0000"/>
                </a:solidFill>
              </a:rPr>
              <a:t>jobb teljesítmény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3702BF53-2DC7-41B1-B365-624623354B0B}"/>
              </a:ext>
            </a:extLst>
          </p:cNvPr>
          <p:cNvSpPr txBox="1"/>
          <p:nvPr/>
        </p:nvSpPr>
        <p:spPr>
          <a:xfrm>
            <a:off x="7920569" y="3568561"/>
            <a:ext cx="3687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rgbClr val="FF0000"/>
                </a:solidFill>
              </a:rPr>
              <a:t>nagyobb biztonság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1CCD04BD-B0E2-488F-ACA6-390AB46B668A}"/>
              </a:ext>
            </a:extLst>
          </p:cNvPr>
          <p:cNvSpPr txBox="1"/>
          <p:nvPr/>
        </p:nvSpPr>
        <p:spPr>
          <a:xfrm>
            <a:off x="402166" y="4899775"/>
            <a:ext cx="4423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rgbClr val="FF0000"/>
                </a:solidFill>
              </a:rPr>
              <a:t>egyszerűbb menedzsment</a:t>
            </a:r>
          </a:p>
        </p:txBody>
      </p:sp>
    </p:spTree>
    <p:extLst>
      <p:ext uri="{BB962C8B-B14F-4D97-AF65-F5344CB8AC3E}">
        <p14:creationId xmlns:p14="http://schemas.microsoft.com/office/powerpoint/2010/main" val="3637067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40E20AE-32DB-4162-A357-05C3D2109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1200" y="2103437"/>
            <a:ext cx="10515600" cy="1325563"/>
          </a:xfrm>
        </p:spPr>
        <p:txBody>
          <a:bodyPr>
            <a:normAutofit/>
          </a:bodyPr>
          <a:lstStyle/>
          <a:p>
            <a:r>
              <a:rPr lang="hu-HU" sz="6000" dirty="0">
                <a:solidFill>
                  <a:srgbClr val="FF0000"/>
                </a:solidFill>
              </a:rPr>
              <a:t>Köszönöm a figyelmet </a:t>
            </a:r>
          </a:p>
        </p:txBody>
      </p:sp>
    </p:spTree>
    <p:extLst>
      <p:ext uri="{BB962C8B-B14F-4D97-AF65-F5344CB8AC3E}">
        <p14:creationId xmlns:p14="http://schemas.microsoft.com/office/powerpoint/2010/main" val="33568677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Szélesvásznú</PresentationFormat>
  <Paragraphs>25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Office-téma</vt:lpstr>
      <vt:lpstr>VLAN</vt:lpstr>
      <vt:lpstr>A VLAN</vt:lpstr>
      <vt:lpstr>A VLAN TECHNOLÓGIA </vt:lpstr>
      <vt:lpstr>A VLAN-OK HASZNÁLATÁNAK TOVÁBBI ELŐNYE </vt:lpstr>
      <vt:lpstr>ÖSSZEFOGLALÁSKÉNT</vt:lpstr>
      <vt:lpstr>Köszönöm a figyelmet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VLAN</dc:title>
  <dc:creator>Kotlár Mátyás Levente</dc:creator>
  <cp:lastModifiedBy>Kotlár Mátyás Levente</cp:lastModifiedBy>
  <cp:revision>8</cp:revision>
  <dcterms:created xsi:type="dcterms:W3CDTF">2025-11-04T08:13:26Z</dcterms:created>
  <dcterms:modified xsi:type="dcterms:W3CDTF">2025-11-04T09:14:40Z</dcterms:modified>
</cp:coreProperties>
</file>