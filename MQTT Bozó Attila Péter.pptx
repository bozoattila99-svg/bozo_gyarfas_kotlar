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3C3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449" autoAdjust="0"/>
    <p:restoredTop sz="94660"/>
  </p:normalViewPr>
  <p:slideViewPr>
    <p:cSldViewPr snapToGrid="0">
      <p:cViewPr>
        <p:scale>
          <a:sx n="66" d="100"/>
          <a:sy n="66" d="100"/>
        </p:scale>
        <p:origin x="738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075F7-8C8F-4512-B3A0-B06F7AB4A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7273327-EB77-466E-8087-A64034BC3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FE3732B-AFB4-499F-A72D-3B02DBAB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8E438D2-6663-4442-A460-3A2349354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6B4544-14CD-47D7-B2FD-F14052547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16539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4A9AA6-44A4-40B1-A28A-898B5EDE8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47AB0BF-E713-41C0-A982-3A78F220F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653599F-D817-4F0C-A7A5-6FEEF5C0D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E238EF7-45E7-40F4-A944-DB400B073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DAE96F7-0B44-4126-B2A1-7BFD6F4C4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1921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22DBAD0-565A-4015-AA68-8E85FED4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D3D6AD1-D292-4737-82C3-1880D54A7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1FF4526-CD73-4A9E-AD1C-10ECA989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6080645-C97C-4A24-AEFB-501125AF9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287399F-EF9B-4F84-9CFD-CD357C898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3995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8B33D5-803C-4AF4-8B4A-1CA8C96DB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59E6EEF-BB53-4600-A031-4D0599AC5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D1D7C38-033B-441D-9DDF-822930C6E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25A6481-C5CE-4E70-A306-C2EA66495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C7DE15A-AD99-4190-BF38-7236B948B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0796FC0-7FAA-426D-A438-70F1C9E81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09506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BC09BA-589A-4F4C-80EE-3D78CE67E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EF2E290-E6C8-4F0A-AFD2-E3358DB5A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49EB93A-D8A0-4758-B85A-B642065115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CA7D3872-B9F6-4EAF-944C-A6B10A775D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1BC5D7E1-599F-41C9-9A31-8139A2F293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03744DE8-886C-4B90-8DC9-62C17178A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811E7BC-1D92-451F-B4C1-64474EEA9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3525C460-1303-47AA-BE07-8FA6A51B6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49028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B8085C-D36A-4C06-80FD-D148FD9BE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E77033-42AC-48E9-AC30-56287408B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3BFAA11-2EBD-4168-B46B-3B3753B4C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8B4F90D-20AC-4966-BF0A-4C4B0533A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448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16056E56-32BB-4653-AE25-0AC50D3BC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F9B3E8C-819A-4079-A062-2FD3437D8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C5CB040-D4C8-4945-A4FA-D475266F5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3906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CF2D9F1-D53E-48E4-8D90-C92840AF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1E22120-9FF6-4DB0-A6E7-FAFAC7860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AE7CBA8-B492-493C-8657-9FA662A1A9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E148417-5E5A-4267-AB39-B06FEFFE1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4485221-855A-4292-8ACD-9EDCC3601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663D8F4-054C-45F6-8824-EAE3235C2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739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DDA9678-E396-4367-939B-72C4E09FF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0F3E992-4598-457A-BB45-0EDB59A410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4619330-27A8-44BC-8F6B-0EDC7FA2AB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B375FC7-2B59-4F2A-8BE0-5D80BBEE4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B971779-815D-42B8-BD31-74187902E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00F6BD3-2EB3-4745-B42E-C98AFC75F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39747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F5BF9B-1406-4150-8CAB-4FBC12C19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32A8D3DF-582C-47BF-BA0C-411CAEB274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341BB0F-8E11-48F5-87C2-395D41727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4B0D370-6871-425A-9C43-FDE44C262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066C6F4-7FC7-4AFE-8B20-7E0FB778A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479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4C52B97-4A33-4765-B193-236180B700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7B06846-A4D0-4A3F-BDF7-13954684E6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7F6ADF-8679-4565-BD1D-C08E41833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4FD05E6-055F-4E22-9414-FDC81799D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31F60F6-3951-42EB-B95C-B011C9015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47031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85454B7-4889-4568-9B7A-1AAA7CDE8D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8F342A-BE7C-49CF-B437-1C2626245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AC52FAC-CDA2-4CE7-9BEB-50C19C2CD7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E3846D-CD3F-47E2-B16B-088B38F459EC}" type="datetimeFigureOut">
              <a:rPr lang="hu-HU" smtClean="0"/>
              <a:t>2026. 01. 06.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2559C0E-B975-4092-AC57-58968D662B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353975A-6709-4FFF-AB8A-92773D1A8C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43BD95-ECE5-4E75-B9A2-300D5B87D4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0768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microsoft.com/office/2007/relationships/hdphoto" Target="../media/hdphoto1.wdp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10" Type="http://schemas.openxmlformats.org/officeDocument/2006/relationships/image" Target="../media/image4.png"/><Relationship Id="rId4" Type="http://schemas.openxmlformats.org/officeDocument/2006/relationships/image" Target="../media/image5.png"/><Relationship Id="rId9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microsoft.com/office/2007/relationships/hdphoto" Target="../media/hdphoto2.wdp"/><Relationship Id="rId4" Type="http://schemas.openxmlformats.org/officeDocument/2006/relationships/image" Target="../media/image11.png"/><Relationship Id="rId9" Type="http://schemas.microsoft.com/office/2007/relationships/hdphoto" Target="../media/hdphoto4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90000"/>
              </a:schemeClr>
            </a:gs>
            <a:gs pos="45000">
              <a:schemeClr val="bg1">
                <a:lumMod val="65000"/>
              </a:schemeClr>
            </a:gs>
            <a:gs pos="100000">
              <a:schemeClr val="bg2">
                <a:lumMod val="1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A63552-8D4C-456B-AB6E-2B42D66B77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9566" y="2636872"/>
            <a:ext cx="9492863" cy="748609"/>
          </a:xfrm>
        </p:spPr>
        <p:txBody>
          <a:bodyPr>
            <a:normAutofit fontScale="90000"/>
          </a:bodyPr>
          <a:lstStyle/>
          <a:p>
            <a:b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Queuing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Telemetry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Transport</a:t>
            </a:r>
            <a:endParaRPr lang="hu-H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6CE16EB6-FEDC-43F0-AD02-E6C0D416E2A2}"/>
              </a:ext>
            </a:extLst>
          </p:cNvPr>
          <p:cNvSpPr txBox="1">
            <a:spLocks/>
          </p:cNvSpPr>
          <p:nvPr/>
        </p:nvSpPr>
        <p:spPr>
          <a:xfrm>
            <a:off x="5264147" y="4488306"/>
            <a:ext cx="1663700" cy="342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Bozó Attila Péter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EA2C2C0-7CB5-4EDA-A1C1-20F14502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578" y="616352"/>
            <a:ext cx="2360840" cy="2022884"/>
          </a:xfrm>
          <a:prstGeom prst="rect">
            <a:avLst/>
          </a:prstGeom>
        </p:spPr>
      </p:pic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95006A8E-27E1-4F4A-8BD8-7126CE0DABB7}"/>
              </a:ext>
            </a:extLst>
          </p:cNvPr>
          <p:cNvSpPr/>
          <p:nvPr/>
        </p:nvSpPr>
        <p:spPr>
          <a:xfrm rot="5400000">
            <a:off x="15042896" y="-9675"/>
            <a:ext cx="1628039" cy="607397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sp>
        <p:nvSpPr>
          <p:cNvPr id="10" name="Alcím 2">
            <a:extLst>
              <a:ext uri="{FF2B5EF4-FFF2-40B4-BE49-F238E27FC236}">
                <a16:creationId xmlns:a16="http://schemas.microsoft.com/office/drawing/2014/main" id="{C797F9FC-1802-4FB2-89FC-FCFE50E9AEE3}"/>
              </a:ext>
            </a:extLst>
          </p:cNvPr>
          <p:cNvSpPr txBox="1">
            <a:spLocks/>
          </p:cNvSpPr>
          <p:nvPr/>
        </p:nvSpPr>
        <p:spPr>
          <a:xfrm>
            <a:off x="14198789" y="2673825"/>
            <a:ext cx="3981454" cy="67470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 az MQTT?</a:t>
            </a:r>
          </a:p>
        </p:txBody>
      </p:sp>
      <p:pic>
        <p:nvPicPr>
          <p:cNvPr id="11" name="Ábra 10" descr="Feliratok">
            <a:extLst>
              <a:ext uri="{FF2B5EF4-FFF2-40B4-BE49-F238E27FC236}">
                <a16:creationId xmlns:a16="http://schemas.microsoft.com/office/drawing/2014/main" id="{84A8060E-FC0E-4762-99F1-06E551D398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77600" y="7525132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0F4E1AF3-E038-4043-9BFA-43F1ABBAF9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8973" y="-1552996"/>
            <a:ext cx="893027" cy="8930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Ábra 13" descr="Boríték">
            <a:extLst>
              <a:ext uri="{FF2B5EF4-FFF2-40B4-BE49-F238E27FC236}">
                <a16:creationId xmlns:a16="http://schemas.microsoft.com/office/drawing/2014/main" id="{FB7454B2-2E3B-4483-9947-83B3BCF9F4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8399" y="-1117169"/>
            <a:ext cx="914400" cy="914400"/>
          </a:xfrm>
          <a:prstGeom prst="rect">
            <a:avLst/>
          </a:prstGeom>
        </p:spPr>
      </p:pic>
      <p:pic>
        <p:nvPicPr>
          <p:cNvPr id="16" name="Ábra 15" descr="Küldés">
            <a:extLst>
              <a:ext uri="{FF2B5EF4-FFF2-40B4-BE49-F238E27FC236}">
                <a16:creationId xmlns:a16="http://schemas.microsoft.com/office/drawing/2014/main" id="{41B89D27-C4BB-4821-AE0C-DC187EBD271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63428" y="752513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021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90000"/>
              </a:schemeClr>
            </a:gs>
            <a:gs pos="45000">
              <a:schemeClr val="bg1">
                <a:lumMod val="65000"/>
              </a:schemeClr>
            </a:gs>
            <a:gs pos="100000">
              <a:schemeClr val="bg2">
                <a:lumMod val="1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A63552-8D4C-456B-AB6E-2B42D66B77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283634" y="2636872"/>
            <a:ext cx="9492863" cy="748609"/>
          </a:xfrm>
        </p:spPr>
        <p:txBody>
          <a:bodyPr>
            <a:normAutofit fontScale="90000"/>
          </a:bodyPr>
          <a:lstStyle/>
          <a:p>
            <a:b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Queuing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Telemetry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Transport</a:t>
            </a:r>
            <a:endParaRPr lang="hu-H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6CE16EB6-FEDC-43F0-AD02-E6C0D416E2A2}"/>
              </a:ext>
            </a:extLst>
          </p:cNvPr>
          <p:cNvSpPr txBox="1">
            <a:spLocks/>
          </p:cNvSpPr>
          <p:nvPr/>
        </p:nvSpPr>
        <p:spPr>
          <a:xfrm>
            <a:off x="5264147" y="4488306"/>
            <a:ext cx="1663700" cy="342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Bozó Attila Péter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EA2C2C0-7CB5-4EDA-A1C1-20F14502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578" y="93837"/>
            <a:ext cx="2360840" cy="2022884"/>
          </a:xfrm>
          <a:prstGeom prst="rect">
            <a:avLst/>
          </a:prstGeom>
        </p:spPr>
      </p:pic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BC87AA45-369F-4D7A-826E-FE393A058A28}"/>
              </a:ext>
            </a:extLst>
          </p:cNvPr>
          <p:cNvSpPr/>
          <p:nvPr/>
        </p:nvSpPr>
        <p:spPr>
          <a:xfrm rot="5400000">
            <a:off x="5281977" y="-25811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sp>
        <p:nvSpPr>
          <p:cNvPr id="11" name="Alcím 2">
            <a:extLst>
              <a:ext uri="{FF2B5EF4-FFF2-40B4-BE49-F238E27FC236}">
                <a16:creationId xmlns:a16="http://schemas.microsoft.com/office/drawing/2014/main" id="{E7B5FF37-1DA2-4F3B-8D38-BC99AEF9F7ED}"/>
              </a:ext>
            </a:extLst>
          </p:cNvPr>
          <p:cNvSpPr txBox="1">
            <a:spLocks/>
          </p:cNvSpPr>
          <p:nvPr/>
        </p:nvSpPr>
        <p:spPr>
          <a:xfrm>
            <a:off x="4105269" y="2673825"/>
            <a:ext cx="3981454" cy="67470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 az MQTT?</a:t>
            </a:r>
          </a:p>
        </p:txBody>
      </p:sp>
      <p:pic>
        <p:nvPicPr>
          <p:cNvPr id="12" name="Ábra 11" descr="Feliratok">
            <a:extLst>
              <a:ext uri="{FF2B5EF4-FFF2-40B4-BE49-F238E27FC236}">
                <a16:creationId xmlns:a16="http://schemas.microsoft.com/office/drawing/2014/main" id="{A2D3CB12-A4E1-4E59-8BCD-F320328BB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92270" y="3330792"/>
            <a:ext cx="2196523" cy="21965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4DF4B949-BA0F-4DCC-9A89-2DED777304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6563" y="1144797"/>
            <a:ext cx="1628040" cy="16280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Ábra 14" descr="Boríték">
            <a:extLst>
              <a:ext uri="{FF2B5EF4-FFF2-40B4-BE49-F238E27FC236}">
                <a16:creationId xmlns:a16="http://schemas.microsoft.com/office/drawing/2014/main" id="{10373AD0-0DED-400A-9454-A7C34FB0F1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120505">
            <a:off x="1025035" y="563832"/>
            <a:ext cx="2360840" cy="1960117"/>
          </a:xfrm>
          <a:prstGeom prst="rect">
            <a:avLst/>
          </a:prstGeom>
        </p:spPr>
      </p:pic>
      <p:pic>
        <p:nvPicPr>
          <p:cNvPr id="16" name="Ábra 15" descr="Küldés">
            <a:extLst>
              <a:ext uri="{FF2B5EF4-FFF2-40B4-BE49-F238E27FC236}">
                <a16:creationId xmlns:a16="http://schemas.microsoft.com/office/drawing/2014/main" id="{967DE48E-BD2E-48F2-A52A-B0DE3B8299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1103744">
            <a:off x="1592214" y="3145766"/>
            <a:ext cx="2021972" cy="2021972"/>
          </a:xfrm>
          <a:prstGeom prst="rect">
            <a:avLst/>
          </a:prstGeom>
        </p:spPr>
      </p:pic>
      <p:pic>
        <p:nvPicPr>
          <p:cNvPr id="17" name="Ábra 16" descr="Összezavarodott személy">
            <a:extLst>
              <a:ext uri="{FF2B5EF4-FFF2-40B4-BE49-F238E27FC236}">
                <a16:creationId xmlns:a16="http://schemas.microsoft.com/office/drawing/2014/main" id="{5B15AC18-E306-47B8-BCF0-29667C6A7CD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9615665">
            <a:off x="-1387768" y="6900255"/>
            <a:ext cx="5242747" cy="3352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436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90000"/>
              </a:schemeClr>
            </a:gs>
            <a:gs pos="45000">
              <a:schemeClr val="bg1">
                <a:lumMod val="65000"/>
              </a:schemeClr>
            </a:gs>
            <a:gs pos="100000">
              <a:schemeClr val="bg2">
                <a:lumMod val="1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A63552-8D4C-456B-AB6E-2B42D66B77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283634" y="2636872"/>
            <a:ext cx="9492863" cy="748609"/>
          </a:xfrm>
        </p:spPr>
        <p:txBody>
          <a:bodyPr>
            <a:normAutofit fontScale="90000"/>
          </a:bodyPr>
          <a:lstStyle/>
          <a:p>
            <a:b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Queuing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Telemetry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Transport</a:t>
            </a:r>
            <a:endParaRPr lang="hu-H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80B6D76-FA53-4E30-98F7-3790CF55DB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8849" y="3429000"/>
            <a:ext cx="6870700" cy="449262"/>
          </a:xfrm>
        </p:spPr>
        <p:txBody>
          <a:bodyPr>
            <a:normAutofit/>
          </a:bodyPr>
          <a:lstStyle/>
          <a:p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-Könnyű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üzenetkelezelő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protokoll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rendszerekben</a:t>
            </a:r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6CE16EB6-FEDC-43F0-AD02-E6C0D416E2A2}"/>
              </a:ext>
            </a:extLst>
          </p:cNvPr>
          <p:cNvSpPr txBox="1">
            <a:spLocks/>
          </p:cNvSpPr>
          <p:nvPr/>
        </p:nvSpPr>
        <p:spPr>
          <a:xfrm>
            <a:off x="5264147" y="4488306"/>
            <a:ext cx="1663700" cy="342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Bozó Attila Péter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EA2C2C0-7CB5-4EDA-A1C1-20F14502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578" y="93837"/>
            <a:ext cx="2360840" cy="2022884"/>
          </a:xfrm>
          <a:prstGeom prst="rect">
            <a:avLst/>
          </a:prstGeom>
        </p:spPr>
      </p:pic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BC87AA45-369F-4D7A-826E-FE393A058A28}"/>
              </a:ext>
            </a:extLst>
          </p:cNvPr>
          <p:cNvSpPr/>
          <p:nvPr/>
        </p:nvSpPr>
        <p:spPr>
          <a:xfrm rot="5400000">
            <a:off x="15123720" y="-25811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pic>
        <p:nvPicPr>
          <p:cNvPr id="16" name="Ábra 15" descr="Boríték">
            <a:extLst>
              <a:ext uri="{FF2B5EF4-FFF2-40B4-BE49-F238E27FC236}">
                <a16:creationId xmlns:a16="http://schemas.microsoft.com/office/drawing/2014/main" id="{989A28DE-FDC4-4087-A057-4619D37CD8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120505">
            <a:off x="844806" y="-2469654"/>
            <a:ext cx="2360840" cy="1960117"/>
          </a:xfrm>
          <a:prstGeom prst="rect">
            <a:avLst/>
          </a:prstGeom>
        </p:spPr>
      </p:pic>
      <p:pic>
        <p:nvPicPr>
          <p:cNvPr id="17" name="Ábra 16" descr="Küldés">
            <a:extLst>
              <a:ext uri="{FF2B5EF4-FFF2-40B4-BE49-F238E27FC236}">
                <a16:creationId xmlns:a16="http://schemas.microsoft.com/office/drawing/2014/main" id="{3447B44B-72DC-4C44-8852-B0E29082E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1103744">
            <a:off x="5050496" y="7601652"/>
            <a:ext cx="2021972" cy="2021972"/>
          </a:xfrm>
          <a:prstGeom prst="rect">
            <a:avLst/>
          </a:prstGeom>
        </p:spPr>
      </p:pic>
      <p:pic>
        <p:nvPicPr>
          <p:cNvPr id="19" name="Ábra 18" descr="Feliratok">
            <a:extLst>
              <a:ext uri="{FF2B5EF4-FFF2-40B4-BE49-F238E27FC236}">
                <a16:creationId xmlns:a16="http://schemas.microsoft.com/office/drawing/2014/main" id="{0AE990BB-4B93-4D6E-8B78-28033E9E2A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304551" y="7162563"/>
            <a:ext cx="2196523" cy="21965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699FDADC-9073-408A-9314-49D2E3E83D1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531" y="-3117636"/>
            <a:ext cx="1628040" cy="16280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" name="Téglalap: lekerekített 20">
            <a:extLst>
              <a:ext uri="{FF2B5EF4-FFF2-40B4-BE49-F238E27FC236}">
                <a16:creationId xmlns:a16="http://schemas.microsoft.com/office/drawing/2014/main" id="{D891EC16-3552-4FE1-AED1-E497DBF2C12B}"/>
              </a:ext>
            </a:extLst>
          </p:cNvPr>
          <p:cNvSpPr/>
          <p:nvPr/>
        </p:nvSpPr>
        <p:spPr>
          <a:xfrm rot="5400000">
            <a:off x="5281977" y="-25811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sp>
        <p:nvSpPr>
          <p:cNvPr id="23" name="Alcím 2">
            <a:extLst>
              <a:ext uri="{FF2B5EF4-FFF2-40B4-BE49-F238E27FC236}">
                <a16:creationId xmlns:a16="http://schemas.microsoft.com/office/drawing/2014/main" id="{130EC767-0828-4712-AD08-FF0C733F5B9B}"/>
              </a:ext>
            </a:extLst>
          </p:cNvPr>
          <p:cNvSpPr txBox="1">
            <a:spLocks/>
          </p:cNvSpPr>
          <p:nvPr/>
        </p:nvSpPr>
        <p:spPr>
          <a:xfrm>
            <a:off x="4105269" y="2673825"/>
            <a:ext cx="3981454" cy="67470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Mire használjuk?</a:t>
            </a:r>
          </a:p>
        </p:txBody>
      </p:sp>
    </p:spTree>
    <p:extLst>
      <p:ext uri="{BB962C8B-B14F-4D97-AF65-F5344CB8AC3E}">
        <p14:creationId xmlns:p14="http://schemas.microsoft.com/office/powerpoint/2010/main" val="2326550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90000"/>
              </a:schemeClr>
            </a:gs>
            <a:gs pos="45000">
              <a:schemeClr val="bg1">
                <a:lumMod val="65000"/>
              </a:schemeClr>
            </a:gs>
            <a:gs pos="100000">
              <a:schemeClr val="bg2">
                <a:lumMod val="1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A63552-8D4C-456B-AB6E-2B42D66B77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283634" y="2636872"/>
            <a:ext cx="9492863" cy="748609"/>
          </a:xfrm>
        </p:spPr>
        <p:txBody>
          <a:bodyPr>
            <a:normAutofit fontScale="90000"/>
          </a:bodyPr>
          <a:lstStyle/>
          <a:p>
            <a:b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Queuing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Telemetry</a:t>
            </a:r>
            <a:r>
              <a:rPr lang="hu-H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Transport</a:t>
            </a:r>
            <a:endParaRPr lang="hu-H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80B6D76-FA53-4E30-98F7-3790CF55DB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8849" y="3429000"/>
            <a:ext cx="6870700" cy="449262"/>
          </a:xfrm>
        </p:spPr>
        <p:txBody>
          <a:bodyPr>
            <a:normAutofit/>
          </a:bodyPr>
          <a:lstStyle/>
          <a:p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-Könnyű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üzenetkelezelő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protokoll </a:t>
            </a:r>
            <a:r>
              <a:rPr lang="hu-HU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hu-H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rendszerekben</a:t>
            </a:r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6CE16EB6-FEDC-43F0-AD02-E6C0D416E2A2}"/>
              </a:ext>
            </a:extLst>
          </p:cNvPr>
          <p:cNvSpPr txBox="1">
            <a:spLocks/>
          </p:cNvSpPr>
          <p:nvPr/>
        </p:nvSpPr>
        <p:spPr>
          <a:xfrm>
            <a:off x="5264147" y="4488306"/>
            <a:ext cx="1663700" cy="342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Bozó Attila Péter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EA2C2C0-7CB5-4EDA-A1C1-20F14502A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578" y="93837"/>
            <a:ext cx="2360840" cy="2022884"/>
          </a:xfrm>
          <a:prstGeom prst="rect">
            <a:avLst/>
          </a:prstGeom>
        </p:spPr>
      </p:pic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BC87AA45-369F-4D7A-826E-FE393A058A28}"/>
              </a:ext>
            </a:extLst>
          </p:cNvPr>
          <p:cNvSpPr/>
          <p:nvPr/>
        </p:nvSpPr>
        <p:spPr>
          <a:xfrm rot="5400000">
            <a:off x="15123720" y="-25811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sp>
        <p:nvSpPr>
          <p:cNvPr id="21" name="Téglalap: lekerekített 20">
            <a:extLst>
              <a:ext uri="{FF2B5EF4-FFF2-40B4-BE49-F238E27FC236}">
                <a16:creationId xmlns:a16="http://schemas.microsoft.com/office/drawing/2014/main" id="{D891EC16-3552-4FE1-AED1-E497DBF2C12B}"/>
              </a:ext>
            </a:extLst>
          </p:cNvPr>
          <p:cNvSpPr/>
          <p:nvPr/>
        </p:nvSpPr>
        <p:spPr>
          <a:xfrm rot="5400000">
            <a:off x="5281977" y="-25811"/>
            <a:ext cx="1628039" cy="6073974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bg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hu-HU"/>
          </a:p>
        </p:txBody>
      </p:sp>
      <p:sp>
        <p:nvSpPr>
          <p:cNvPr id="23" name="Alcím 2">
            <a:extLst>
              <a:ext uri="{FF2B5EF4-FFF2-40B4-BE49-F238E27FC236}">
                <a16:creationId xmlns:a16="http://schemas.microsoft.com/office/drawing/2014/main" id="{130EC767-0828-4712-AD08-FF0C733F5B9B}"/>
              </a:ext>
            </a:extLst>
          </p:cNvPr>
          <p:cNvSpPr txBox="1">
            <a:spLocks/>
          </p:cNvSpPr>
          <p:nvPr/>
        </p:nvSpPr>
        <p:spPr>
          <a:xfrm>
            <a:off x="4105269" y="2673825"/>
            <a:ext cx="3981454" cy="67470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Hogyan működik?</a:t>
            </a:r>
          </a:p>
        </p:txBody>
      </p:sp>
      <p:pic>
        <p:nvPicPr>
          <p:cNvPr id="1026" name="Picture 2" descr="Eclipse Mosquitto | projects.eclipse.org">
            <a:extLst>
              <a:ext uri="{FF2B5EF4-FFF2-40B4-BE49-F238E27FC236}">
                <a16:creationId xmlns:a16="http://schemas.microsoft.com/office/drawing/2014/main" id="{E5FE1074-9572-4166-BA16-F8873A23BF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796" y="696814"/>
            <a:ext cx="1441530" cy="1419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iveMQ Reviews 2026: Details, Pricing, &amp; Features | G2">
            <a:extLst>
              <a:ext uri="{FF2B5EF4-FFF2-40B4-BE49-F238E27FC236}">
                <a16:creationId xmlns:a16="http://schemas.microsoft.com/office/drawing/2014/main" id="{03063086-1D8B-4095-9848-6F0586C75F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083" r="21556"/>
          <a:stretch/>
        </p:blipFill>
        <p:spPr bwMode="auto">
          <a:xfrm>
            <a:off x="580537" y="2718112"/>
            <a:ext cx="1526351" cy="1421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smos">
            <a:extLst>
              <a:ext uri="{FF2B5EF4-FFF2-40B4-BE49-F238E27FC236}">
                <a16:creationId xmlns:a16="http://schemas.microsoft.com/office/drawing/2014/main" id="{5BB01DAE-2019-4CA8-A258-E94C54309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1053" y="4488306"/>
            <a:ext cx="1606547" cy="1606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5949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</Words>
  <Application>Microsoft Office PowerPoint</Application>
  <PresentationFormat>Szélesvásznú</PresentationFormat>
  <Paragraphs>14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Times New Roman</vt:lpstr>
      <vt:lpstr>Office-téma</vt:lpstr>
      <vt:lpstr> Message Queuing Telemetry Transport</vt:lpstr>
      <vt:lpstr> Message Queuing Telemetry Transport</vt:lpstr>
      <vt:lpstr> Message Queuing Telemetry Transport</vt:lpstr>
      <vt:lpstr> Message Queuing Telemetry Transport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MQTT  (Message Queuing Telemetry Transport)</dc:title>
  <dc:creator>Bozó  Attila Péter</dc:creator>
  <cp:lastModifiedBy>Bozó  Attila Péter</cp:lastModifiedBy>
  <cp:revision>30</cp:revision>
  <dcterms:created xsi:type="dcterms:W3CDTF">2025-12-16T09:09:28Z</dcterms:created>
  <dcterms:modified xsi:type="dcterms:W3CDTF">2026-01-06T09:18:40Z</dcterms:modified>
</cp:coreProperties>
</file>