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449" autoAdjust="0"/>
    <p:restoredTop sz="94660"/>
  </p:normalViewPr>
  <p:slideViewPr>
    <p:cSldViewPr snapToGrid="0">
      <p:cViewPr>
        <p:scale>
          <a:sx n="50" d="100"/>
          <a:sy n="50" d="100"/>
        </p:scale>
        <p:origin x="136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F075F7-8C8F-4512-B3A0-B06F7AB4A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7273327-EB77-466E-8087-A64034BC3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FE3732B-AFB4-499F-A72D-3B02DBAB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E438D2-6663-4442-A460-3A2349354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D6B4544-14CD-47D7-B2FD-F1405254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653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4A9AA6-44A4-40B1-A28A-898B5EDE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47AB0BF-E713-41C0-A982-3A78F220F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653599F-D817-4F0C-A7A5-6FEEF5C0D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E238EF7-45E7-40F4-A944-DB400B073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DAE96F7-0B44-4126-B2A1-7BFD6F4C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92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2DBAD0-565A-4015-AA68-8E85FED4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D3D6AD1-D292-4737-82C3-1880D54A7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1FF4526-CD73-4A9E-AD1C-10ECA989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080645-C97C-4A24-AEFB-501125AF9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287399F-EF9B-4F84-9CFD-CD357C89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99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8B33D5-803C-4AF4-8B4A-1CA8C96D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9E6EEF-BB53-4600-A031-4D0599AC5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D1D7C38-033B-441D-9DDF-822930C6E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25A6481-C5CE-4E70-A306-C2EA6649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C7DE15A-AD99-4190-BF38-7236B948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0796FC0-7FAA-426D-A438-70F1C9E8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9506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BC09BA-589A-4F4C-80EE-3D78CE67E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EF2E290-E6C8-4F0A-AFD2-E3358DB5A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49EB93A-D8A0-4758-B85A-B64206511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A7D3872-B9F6-4EAF-944C-A6B10A775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1BC5D7E1-599F-41C9-9A31-8139A2F29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3744DE8-886C-4B90-8DC9-62C17178A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811E7BC-1D92-451F-B4C1-64474EEA9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525C460-1303-47AA-BE07-8FA6A51B6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902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B8085C-D36A-4C06-80FD-D148FD9B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74E77033-42AC-48E9-AC30-56287408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3BFAA11-2EBD-4168-B46B-3B3753B4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8B4F90D-20AC-4966-BF0A-4C4B0533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5448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16056E56-32BB-4653-AE25-0AC50D3B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F9B3E8C-819A-4079-A062-2FD3437D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C5CB040-D4C8-4945-A4FA-D475266F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3906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F2D9F1-D53E-48E4-8D90-C92840AF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1E22120-9FF6-4DB0-A6E7-FAFAC7860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AE7CBA8-B492-493C-8657-9FA662A1A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E148417-5E5A-4267-AB39-B06FEFFE1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4485221-855A-4292-8ACD-9EDCC360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663D8F4-054C-45F6-8824-EAE3235C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73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DA9678-E396-4367-939B-72C4E09F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0F3E992-4598-457A-BB45-0EDB59A410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4619330-27A8-44BC-8F6B-0EDC7FA2A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B375FC7-2B59-4F2A-8BE0-5D80BBEE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B971779-815D-42B8-BD31-74187902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00F6BD3-2EB3-4745-B42E-C98AFC75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9747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F5BF9B-1406-4150-8CAB-4FBC12C19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2A8D3DF-582C-47BF-BA0C-411CAEB27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41BB0F-8E11-48F5-87C2-395D4172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4B0D370-6871-425A-9C43-FDE44C26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066C6F4-7FC7-4AFE-8B20-7E0FB778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479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4C52B97-4A33-4765-B193-236180B70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7B06846-A4D0-4A3F-BDF7-13954684E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47F6ADF-8679-4565-BD1D-C08E41833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4FD05E6-055F-4E22-9414-FDC81799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31F60F6-3951-42EB-B95C-B011C901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703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85454B7-4889-4568-9B7A-1AAA7CDE8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18F342A-BE7C-49CF-B437-1C2626245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C52FAC-CDA2-4CE7-9BEB-50C19C2CD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3846D-CD3F-47E2-B16B-088B38F459EC}" type="datetimeFigureOut">
              <a:rPr lang="hu-HU" smtClean="0"/>
              <a:t>2025. 12. 18.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2559C0E-B975-4092-AC57-58968D662B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53975A-6709-4FFF-AB8A-92773D1A8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3BD95-ECE5-4E75-B9A2-300D5B87D4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2076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90000"/>
              </a:schemeClr>
            </a:gs>
            <a:gs pos="45000">
              <a:schemeClr val="bg1">
                <a:lumMod val="65000"/>
              </a:schemeClr>
            </a:gs>
            <a:gs pos="100000">
              <a:schemeClr val="bg2">
                <a:lumMod val="1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A63552-8D4C-456B-AB6E-2B42D66B7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9566" y="2636872"/>
            <a:ext cx="9492863" cy="748609"/>
          </a:xfrm>
        </p:spPr>
        <p:txBody>
          <a:bodyPr>
            <a:normAutofit fontScale="90000"/>
          </a:bodyPr>
          <a:lstStyle/>
          <a:p>
            <a:b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Queuing</a:t>
            </a:r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endParaRPr lang="hu-H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80B6D76-FA53-4E30-98F7-3790CF55D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0649" y="3429000"/>
            <a:ext cx="6870700" cy="449262"/>
          </a:xfrm>
        </p:spPr>
        <p:txBody>
          <a:bodyPr>
            <a:normAutofit/>
          </a:bodyPr>
          <a:lstStyle/>
          <a:p>
            <a:r>
              <a:rPr lang="hu-H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-Könnyű </a:t>
            </a:r>
            <a:r>
              <a:rPr lang="hu-H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üzenetkelezelő</a:t>
            </a:r>
            <a:r>
              <a:rPr lang="hu-H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protokoll </a:t>
            </a:r>
            <a:r>
              <a:rPr lang="hu-H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hu-H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rendszerekben</a:t>
            </a:r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6CE16EB6-FEDC-43F0-AD02-E6C0D416E2A2}"/>
              </a:ext>
            </a:extLst>
          </p:cNvPr>
          <p:cNvSpPr txBox="1">
            <a:spLocks/>
          </p:cNvSpPr>
          <p:nvPr/>
        </p:nvSpPr>
        <p:spPr>
          <a:xfrm>
            <a:off x="5264147" y="4488306"/>
            <a:ext cx="1663700" cy="342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EA2C2C0-7CB5-4EDA-A1C1-20F14502A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578" y="616352"/>
            <a:ext cx="2360840" cy="2022884"/>
          </a:xfrm>
          <a:prstGeom prst="rect">
            <a:avLst/>
          </a:prstGeom>
        </p:spPr>
      </p:pic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95235D7D-B507-4C61-8F4B-A3B93EA86944}"/>
              </a:ext>
            </a:extLst>
          </p:cNvPr>
          <p:cNvSpPr/>
          <p:nvPr/>
        </p:nvSpPr>
        <p:spPr>
          <a:xfrm rot="5400000">
            <a:off x="13359663" y="1451319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95006A8E-27E1-4F4A-8BD8-7126CE0DABB7}"/>
              </a:ext>
            </a:extLst>
          </p:cNvPr>
          <p:cNvSpPr/>
          <p:nvPr/>
        </p:nvSpPr>
        <p:spPr>
          <a:xfrm rot="5400000">
            <a:off x="12830639" y="-9675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/>
          </a:p>
        </p:txBody>
      </p:sp>
      <p:sp>
        <p:nvSpPr>
          <p:cNvPr id="5" name="Téglalap: lekerekített 4">
            <a:extLst>
              <a:ext uri="{FF2B5EF4-FFF2-40B4-BE49-F238E27FC236}">
                <a16:creationId xmlns:a16="http://schemas.microsoft.com/office/drawing/2014/main" id="{B9926562-9809-4ED3-8BDC-05540A3826D3}"/>
              </a:ext>
            </a:extLst>
          </p:cNvPr>
          <p:cNvSpPr/>
          <p:nvPr/>
        </p:nvSpPr>
        <p:spPr>
          <a:xfrm rot="5400000">
            <a:off x="12058839" y="-1317106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dirty="0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389040F0-4B8A-4AE3-9567-5B784F1F03F7}"/>
              </a:ext>
            </a:extLst>
          </p:cNvPr>
          <p:cNvSpPr/>
          <p:nvPr/>
        </p:nvSpPr>
        <p:spPr>
          <a:xfrm rot="5400000">
            <a:off x="11716248" y="-2741170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/>
          </a:p>
        </p:txBody>
      </p:sp>
      <p:sp>
        <p:nvSpPr>
          <p:cNvPr id="10" name="Alcím 2">
            <a:extLst>
              <a:ext uri="{FF2B5EF4-FFF2-40B4-BE49-F238E27FC236}">
                <a16:creationId xmlns:a16="http://schemas.microsoft.com/office/drawing/2014/main" id="{C797F9FC-1802-4FB2-89FC-FCFE50E9AEE3}"/>
              </a:ext>
            </a:extLst>
          </p:cNvPr>
          <p:cNvSpPr txBox="1">
            <a:spLocks/>
          </p:cNvSpPr>
          <p:nvPr/>
        </p:nvSpPr>
        <p:spPr>
          <a:xfrm>
            <a:off x="11986532" y="2673825"/>
            <a:ext cx="3981454" cy="674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az MQTT?</a:t>
            </a:r>
          </a:p>
        </p:txBody>
      </p:sp>
      <p:pic>
        <p:nvPicPr>
          <p:cNvPr id="11" name="Ábra 10" descr="Feliratok">
            <a:extLst>
              <a:ext uri="{FF2B5EF4-FFF2-40B4-BE49-F238E27FC236}">
                <a16:creationId xmlns:a16="http://schemas.microsoft.com/office/drawing/2014/main" id="{84A8060E-FC0E-4762-99F1-06E551D398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2238" y="3484074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0F4E1AF3-E038-4043-9BFA-43F1ABBAF9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9573" y="1750642"/>
            <a:ext cx="893027" cy="893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5021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90000"/>
              </a:schemeClr>
            </a:gs>
            <a:gs pos="45000">
              <a:schemeClr val="bg1">
                <a:lumMod val="65000"/>
              </a:schemeClr>
            </a:gs>
            <a:gs pos="100000">
              <a:schemeClr val="bg2">
                <a:lumMod val="1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A63552-8D4C-456B-AB6E-2B42D66B7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83634" y="2636872"/>
            <a:ext cx="9492863" cy="748609"/>
          </a:xfrm>
        </p:spPr>
        <p:txBody>
          <a:bodyPr>
            <a:normAutofit fontScale="90000"/>
          </a:bodyPr>
          <a:lstStyle/>
          <a:p>
            <a:b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Queuing</a:t>
            </a:r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  <a:r>
              <a:rPr lang="hu-H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endParaRPr lang="hu-H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80B6D76-FA53-4E30-98F7-3790CF55D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58849" y="3429000"/>
            <a:ext cx="6870700" cy="449262"/>
          </a:xfrm>
        </p:spPr>
        <p:txBody>
          <a:bodyPr>
            <a:normAutofit/>
          </a:bodyPr>
          <a:lstStyle/>
          <a:p>
            <a:r>
              <a:rPr lang="hu-H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-Könnyű </a:t>
            </a:r>
            <a:r>
              <a:rPr lang="hu-H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üzenetkelezelő</a:t>
            </a:r>
            <a:r>
              <a:rPr lang="hu-H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protokoll </a:t>
            </a:r>
            <a:r>
              <a:rPr lang="hu-H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hu-H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rendszerekben</a:t>
            </a:r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6CE16EB6-FEDC-43F0-AD02-E6C0D416E2A2}"/>
              </a:ext>
            </a:extLst>
          </p:cNvPr>
          <p:cNvSpPr txBox="1">
            <a:spLocks/>
          </p:cNvSpPr>
          <p:nvPr/>
        </p:nvSpPr>
        <p:spPr>
          <a:xfrm>
            <a:off x="5264147" y="4488306"/>
            <a:ext cx="1663700" cy="342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Bozó Attila Péter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EA2C2C0-7CB5-4EDA-A1C1-20F14502A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578" y="93837"/>
            <a:ext cx="2360840" cy="2022884"/>
          </a:xfrm>
          <a:prstGeom prst="rect">
            <a:avLst/>
          </a:prstGeom>
        </p:spPr>
      </p:pic>
      <p:sp>
        <p:nvSpPr>
          <p:cNvPr id="7" name="Téglalap: lekerekített 6">
            <a:extLst>
              <a:ext uri="{FF2B5EF4-FFF2-40B4-BE49-F238E27FC236}">
                <a16:creationId xmlns:a16="http://schemas.microsoft.com/office/drawing/2014/main" id="{DB5D317E-BA06-4173-AF25-2A9A7892CB01}"/>
              </a:ext>
            </a:extLst>
          </p:cNvPr>
          <p:cNvSpPr/>
          <p:nvPr/>
        </p:nvSpPr>
        <p:spPr>
          <a:xfrm rot="5400000">
            <a:off x="13359663" y="1451319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BC87AA45-369F-4D7A-826E-FE393A058A28}"/>
              </a:ext>
            </a:extLst>
          </p:cNvPr>
          <p:cNvSpPr/>
          <p:nvPr/>
        </p:nvSpPr>
        <p:spPr>
          <a:xfrm rot="5400000">
            <a:off x="5281977" y="-25811"/>
            <a:ext cx="1628039" cy="607397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/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4E6BE01A-DAE9-4E36-8CEC-4B2CE43D68B9}"/>
              </a:ext>
            </a:extLst>
          </p:cNvPr>
          <p:cNvSpPr/>
          <p:nvPr/>
        </p:nvSpPr>
        <p:spPr>
          <a:xfrm rot="5400000">
            <a:off x="12058839" y="-1317106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D67CA543-4C77-4085-9A5E-6599D965C9E8}"/>
              </a:ext>
            </a:extLst>
          </p:cNvPr>
          <p:cNvSpPr/>
          <p:nvPr/>
        </p:nvSpPr>
        <p:spPr>
          <a:xfrm rot="5400000">
            <a:off x="11716248" y="-2741170"/>
            <a:ext cx="1628039" cy="60739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hu-HU"/>
          </a:p>
        </p:txBody>
      </p:sp>
      <p:sp>
        <p:nvSpPr>
          <p:cNvPr id="11" name="Alcím 2">
            <a:extLst>
              <a:ext uri="{FF2B5EF4-FFF2-40B4-BE49-F238E27FC236}">
                <a16:creationId xmlns:a16="http://schemas.microsoft.com/office/drawing/2014/main" id="{E7B5FF37-1DA2-4F3B-8D38-BC99AEF9F7ED}"/>
              </a:ext>
            </a:extLst>
          </p:cNvPr>
          <p:cNvSpPr txBox="1">
            <a:spLocks/>
          </p:cNvSpPr>
          <p:nvPr/>
        </p:nvSpPr>
        <p:spPr>
          <a:xfrm>
            <a:off x="4105269" y="2673825"/>
            <a:ext cx="3981454" cy="6747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az MQTT?</a:t>
            </a:r>
          </a:p>
        </p:txBody>
      </p:sp>
      <p:pic>
        <p:nvPicPr>
          <p:cNvPr id="12" name="Ábra 11" descr="Feliratok">
            <a:extLst>
              <a:ext uri="{FF2B5EF4-FFF2-40B4-BE49-F238E27FC236}">
                <a16:creationId xmlns:a16="http://schemas.microsoft.com/office/drawing/2014/main" id="{A2D3CB12-A4E1-4E59-8BCD-F320328BB3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9363" y="3484074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DF4B949-BA0F-4DCC-9A89-2DED777304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723" y="1750642"/>
            <a:ext cx="893027" cy="8930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Alcím 2">
            <a:extLst>
              <a:ext uri="{FF2B5EF4-FFF2-40B4-BE49-F238E27FC236}">
                <a16:creationId xmlns:a16="http://schemas.microsoft.com/office/drawing/2014/main" id="{3BFF8243-0606-4184-8E6F-F96F26A2551E}"/>
              </a:ext>
            </a:extLst>
          </p:cNvPr>
          <p:cNvSpPr txBox="1">
            <a:spLocks/>
          </p:cNvSpPr>
          <p:nvPr/>
        </p:nvSpPr>
        <p:spPr>
          <a:xfrm>
            <a:off x="12192000" y="4236378"/>
            <a:ext cx="3981454" cy="67470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Hogyan működik?</a:t>
            </a:r>
          </a:p>
        </p:txBody>
      </p:sp>
    </p:spTree>
    <p:extLst>
      <p:ext uri="{BB962C8B-B14F-4D97-AF65-F5344CB8AC3E}">
        <p14:creationId xmlns:p14="http://schemas.microsoft.com/office/powerpoint/2010/main" val="1063436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Szélesvásznú</PresentationFormat>
  <Paragraphs>9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Office-téma</vt:lpstr>
      <vt:lpstr> Message Queuing Telemetry Transport</vt:lpstr>
      <vt:lpstr> Message Queuing Telemetry Transport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MQTT  (Message Queuing Telemetry Transport)</dc:title>
  <dc:creator>Bozó  Attila Péter</dc:creator>
  <cp:lastModifiedBy>Bozó  Attila Péter</cp:lastModifiedBy>
  <cp:revision>21</cp:revision>
  <dcterms:created xsi:type="dcterms:W3CDTF">2025-12-16T09:09:28Z</dcterms:created>
  <dcterms:modified xsi:type="dcterms:W3CDTF">2025-12-18T09:56:15Z</dcterms:modified>
</cp:coreProperties>
</file>