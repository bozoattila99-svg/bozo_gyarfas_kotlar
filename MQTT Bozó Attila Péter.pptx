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2449" autoAdjust="0"/>
    <p:restoredTop sz="94660"/>
  </p:normalViewPr>
  <p:slideViewPr>
    <p:cSldViewPr snapToGrid="0">
      <p:cViewPr>
        <p:scale>
          <a:sx n="66" d="100"/>
          <a:sy n="66" d="100"/>
        </p:scale>
        <p:origin x="396" y="9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BF075F7-8C8F-4512-B3A0-B06F7AB4A3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67273327-EB77-466E-8087-A64034BC3E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FE3732B-AFB4-499F-A72D-3B02DBAB4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3846D-CD3F-47E2-B16B-088B38F459EC}" type="datetimeFigureOut">
              <a:rPr lang="hu-HU" smtClean="0"/>
              <a:t>2025. 12. 16.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D8E438D2-6663-4442-A460-3A2349354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D6B4544-14CD-47D7-B2FD-F14052547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3BD95-ECE5-4E75-B9A2-300D5B87D4D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165399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44A9AA6-44A4-40B1-A28A-898B5EDE8F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47AB0BF-E713-41C0-A982-3A78F220FF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653599F-D817-4F0C-A7A5-6FEEF5C0D4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3846D-CD3F-47E2-B16B-088B38F459EC}" type="datetimeFigureOut">
              <a:rPr lang="hu-HU" smtClean="0"/>
              <a:t>2025. 12. 16.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E238EF7-45E7-40F4-A944-DB400B073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DAE96F7-0B44-4126-B2A1-7BFD6F4C40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3BD95-ECE5-4E75-B9A2-300D5B87D4D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19217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22DBAD0-565A-4015-AA68-8E85FED4D3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5D3D6AD1-D292-4737-82C3-1880D54A79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1FF4526-CD73-4A9E-AD1C-10ECA9897C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3846D-CD3F-47E2-B16B-088B38F459EC}" type="datetimeFigureOut">
              <a:rPr lang="hu-HU" smtClean="0"/>
              <a:t>2025. 12. 16.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6080645-C97C-4A24-AEFB-501125AF9A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287399F-EF9B-4F84-9CFD-CD357C8986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3BD95-ECE5-4E75-B9A2-300D5B87D4D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39957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88B33D5-803C-4AF4-8B4A-1CA8C96DB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59E6EEF-BB53-4600-A031-4D0599AC53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5D1D7C38-033B-441D-9DDF-822930C6E9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425A6481-C5CE-4E70-A306-C2EA664955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3846D-CD3F-47E2-B16B-088B38F459EC}" type="datetimeFigureOut">
              <a:rPr lang="hu-HU" smtClean="0"/>
              <a:t>2025. 12. 16.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BC7DE15A-AD99-4190-BF38-7236B948B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70796FC0-7FAA-426D-A438-70F1C9E81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3BD95-ECE5-4E75-B9A2-300D5B87D4D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09506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2BC09BA-589A-4F4C-80EE-3D78CE67E1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FEF2E290-E6C8-4F0A-AFD2-E3358DB5AD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449EB93A-D8A0-4758-B85A-B642065115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CA7D3872-B9F6-4EAF-944C-A6B10A775D5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1BC5D7E1-599F-41C9-9A31-8139A2F293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03744DE8-886C-4B90-8DC9-62C17178A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3846D-CD3F-47E2-B16B-088B38F459EC}" type="datetimeFigureOut">
              <a:rPr lang="hu-HU" smtClean="0"/>
              <a:t>2025. 12. 16.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0811E7BC-1D92-451F-B4C1-64474EEA9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3525C460-1303-47AA-BE07-8FA6A51B6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3BD95-ECE5-4E75-B9A2-300D5B87D4D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490285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7B8085C-D36A-4C06-80FD-D148FD9BE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74E77033-42AC-48E9-AC30-56287408B2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3846D-CD3F-47E2-B16B-088B38F459EC}" type="datetimeFigureOut">
              <a:rPr lang="hu-HU" smtClean="0"/>
              <a:t>2025. 12. 16.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33BFAA11-2EBD-4168-B46B-3B3753B4C0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58B4F90D-20AC-4966-BF0A-4C4B0533A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3BD95-ECE5-4E75-B9A2-300D5B87D4D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54484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16056E56-32BB-4653-AE25-0AC50D3BC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3846D-CD3F-47E2-B16B-088B38F459EC}" type="datetimeFigureOut">
              <a:rPr lang="hu-HU" smtClean="0"/>
              <a:t>2025. 12. 16.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1F9B3E8C-819A-4079-A062-2FD3437D86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7C5CB040-D4C8-4945-A4FA-D475266F5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3BD95-ECE5-4E75-B9A2-300D5B87D4D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639062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CF2D9F1-D53E-48E4-8D90-C92840AF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1E22120-9FF6-4DB0-A6E7-FAFAC7860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AAE7CBA8-B492-493C-8657-9FA662A1A9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2E148417-5E5A-4267-AB39-B06FEFFE1D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3846D-CD3F-47E2-B16B-088B38F459EC}" type="datetimeFigureOut">
              <a:rPr lang="hu-HU" smtClean="0"/>
              <a:t>2025. 12. 16.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54485221-855A-4292-8ACD-9EDCC36010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0663D8F4-054C-45F6-8824-EAE3235C2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3BD95-ECE5-4E75-B9A2-300D5B87D4D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57392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DDA9678-E396-4367-939B-72C4E09FF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50F3E992-4598-457A-BB45-0EDB59A410A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C4619330-27A8-44BC-8F6B-0EDC7FA2AB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CB375FC7-2B59-4F2A-8BE0-5D80BBEE4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3846D-CD3F-47E2-B16B-088B38F459EC}" type="datetimeFigureOut">
              <a:rPr lang="hu-HU" smtClean="0"/>
              <a:t>2025. 12. 16.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FB971779-815D-42B8-BD31-74187902E9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100F6BD3-2EB3-4745-B42E-C98AFC75F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3BD95-ECE5-4E75-B9A2-300D5B87D4D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397478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5F5BF9B-1406-4150-8CAB-4FBC12C19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32A8D3DF-582C-47BF-BA0C-411CAEB274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341BB0F-8E11-48F5-87C2-395D41727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3846D-CD3F-47E2-B16B-088B38F459EC}" type="datetimeFigureOut">
              <a:rPr lang="hu-HU" smtClean="0"/>
              <a:t>2025. 12. 16.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C4B0D370-6871-425A-9C43-FDE44C262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066C6F4-7FC7-4AFE-8B20-7E0FB778A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3BD95-ECE5-4E75-B9A2-300D5B87D4D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747954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D4C52B97-4A33-4765-B193-236180B700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E7B06846-A4D0-4A3F-BDF7-13954684E6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47F6ADF-8679-4565-BD1D-C08E41833E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3846D-CD3F-47E2-B16B-088B38F459EC}" type="datetimeFigureOut">
              <a:rPr lang="hu-HU" smtClean="0"/>
              <a:t>2025. 12. 16.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4FD05E6-055F-4E22-9414-FDC81799D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31F60F6-3951-42EB-B95C-B011C9015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3BD95-ECE5-4E75-B9A2-300D5B87D4D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470312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D85454B7-4889-4568-9B7A-1AAA7CDE8D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018F342A-BE7C-49CF-B437-1C26262459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AC52FAC-CDA2-4CE7-9BEB-50C19C2CD75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E3846D-CD3F-47E2-B16B-088B38F459EC}" type="datetimeFigureOut">
              <a:rPr lang="hu-HU" smtClean="0"/>
              <a:t>2025. 12. 16.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2559C0E-B975-4092-AC57-58968D662B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F353975A-6709-4FFF-AB8A-92773D1A8C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43BD95-ECE5-4E75-B9A2-300D5B87D4D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207687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lumMod val="90000"/>
              </a:schemeClr>
            </a:gs>
            <a:gs pos="45000">
              <a:schemeClr val="bg1">
                <a:lumMod val="65000"/>
              </a:schemeClr>
            </a:gs>
            <a:gs pos="100000">
              <a:schemeClr val="bg2">
                <a:lumMod val="1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2A63552-8D4C-456B-AB6E-2B42D66B77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49566" y="2636872"/>
            <a:ext cx="9492863" cy="748609"/>
          </a:xfrm>
        </p:spPr>
        <p:txBody>
          <a:bodyPr>
            <a:normAutofit fontScale="90000"/>
          </a:bodyPr>
          <a:lstStyle/>
          <a:p>
            <a:br>
              <a:rPr lang="hu-H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hu-HU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Message</a:t>
            </a:r>
            <a:r>
              <a:rPr lang="hu-H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Queuing</a:t>
            </a:r>
            <a:r>
              <a:rPr lang="hu-H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Telemetry</a:t>
            </a:r>
            <a:r>
              <a:rPr lang="hu-H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Transport</a:t>
            </a:r>
            <a:endParaRPr lang="hu-HU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080B6D76-FA53-4E30-98F7-3790CF55DB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60649" y="3429000"/>
            <a:ext cx="6870700" cy="449262"/>
          </a:xfrm>
        </p:spPr>
        <p:txBody>
          <a:bodyPr>
            <a:normAutofit/>
          </a:bodyPr>
          <a:lstStyle/>
          <a:p>
            <a:r>
              <a:rPr lang="hu-HU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-Könnyű </a:t>
            </a:r>
            <a:r>
              <a:rPr lang="hu-HU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üzenetkelezelő</a:t>
            </a:r>
            <a:r>
              <a:rPr lang="hu-HU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protokoll </a:t>
            </a:r>
            <a:r>
              <a:rPr lang="hu-HU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IoT</a:t>
            </a:r>
            <a:r>
              <a:rPr lang="hu-HU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rendszerekben</a:t>
            </a:r>
          </a:p>
        </p:txBody>
      </p:sp>
      <p:sp>
        <p:nvSpPr>
          <p:cNvPr id="4" name="Alcím 2">
            <a:extLst>
              <a:ext uri="{FF2B5EF4-FFF2-40B4-BE49-F238E27FC236}">
                <a16:creationId xmlns:a16="http://schemas.microsoft.com/office/drawing/2014/main" id="{6CE16EB6-FEDC-43F0-AD02-E6C0D416E2A2}"/>
              </a:ext>
            </a:extLst>
          </p:cNvPr>
          <p:cNvSpPr txBox="1">
            <a:spLocks/>
          </p:cNvSpPr>
          <p:nvPr/>
        </p:nvSpPr>
        <p:spPr>
          <a:xfrm>
            <a:off x="5264147" y="4488306"/>
            <a:ext cx="1663700" cy="3429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Bozó Attila Péter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0EA2C2C0-7CB5-4EDA-A1C1-20F14502A9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  <a14:imgEffect>
                      <a14:brightnessContrast contras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5578" y="616352"/>
            <a:ext cx="2360840" cy="2022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50212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lumMod val="90000"/>
              </a:schemeClr>
            </a:gs>
            <a:gs pos="45000">
              <a:schemeClr val="bg1">
                <a:lumMod val="65000"/>
              </a:schemeClr>
            </a:gs>
            <a:gs pos="100000">
              <a:schemeClr val="bg2">
                <a:lumMod val="1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2A63552-8D4C-456B-AB6E-2B42D66B77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0283634" y="2636872"/>
            <a:ext cx="9492863" cy="748609"/>
          </a:xfrm>
        </p:spPr>
        <p:txBody>
          <a:bodyPr>
            <a:normAutofit fontScale="90000"/>
          </a:bodyPr>
          <a:lstStyle/>
          <a:p>
            <a:br>
              <a:rPr lang="hu-H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hu-HU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Message</a:t>
            </a:r>
            <a:r>
              <a:rPr lang="hu-H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Queuing</a:t>
            </a:r>
            <a:r>
              <a:rPr lang="hu-H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Telemetry</a:t>
            </a:r>
            <a:r>
              <a:rPr lang="hu-H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Transport</a:t>
            </a:r>
            <a:endParaRPr lang="hu-HU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080B6D76-FA53-4E30-98F7-3790CF55DB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658849" y="3429000"/>
            <a:ext cx="6870700" cy="449262"/>
          </a:xfrm>
        </p:spPr>
        <p:txBody>
          <a:bodyPr>
            <a:normAutofit/>
          </a:bodyPr>
          <a:lstStyle/>
          <a:p>
            <a:r>
              <a:rPr lang="hu-HU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-Könnyű </a:t>
            </a:r>
            <a:r>
              <a:rPr lang="hu-HU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üzenetkelezelő</a:t>
            </a:r>
            <a:r>
              <a:rPr lang="hu-HU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protokoll </a:t>
            </a:r>
            <a:r>
              <a:rPr lang="hu-HU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IoT</a:t>
            </a:r>
            <a:r>
              <a:rPr lang="hu-HU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rendszerekben</a:t>
            </a:r>
          </a:p>
        </p:txBody>
      </p:sp>
      <p:sp>
        <p:nvSpPr>
          <p:cNvPr id="4" name="Alcím 2">
            <a:extLst>
              <a:ext uri="{FF2B5EF4-FFF2-40B4-BE49-F238E27FC236}">
                <a16:creationId xmlns:a16="http://schemas.microsoft.com/office/drawing/2014/main" id="{6CE16EB6-FEDC-43F0-AD02-E6C0D416E2A2}"/>
              </a:ext>
            </a:extLst>
          </p:cNvPr>
          <p:cNvSpPr txBox="1">
            <a:spLocks/>
          </p:cNvSpPr>
          <p:nvPr/>
        </p:nvSpPr>
        <p:spPr>
          <a:xfrm>
            <a:off x="5264147" y="4488306"/>
            <a:ext cx="1663700" cy="3429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Bozó Attila Péter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0EA2C2C0-7CB5-4EDA-A1C1-20F14502A9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  <a14:imgEffect>
                      <a14:brightnessContrast contras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5578" y="616352"/>
            <a:ext cx="2360840" cy="2022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343686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</Words>
  <Application>Microsoft Office PowerPoint</Application>
  <PresentationFormat>Szélesvásznú</PresentationFormat>
  <Paragraphs>6</Paragraphs>
  <Slides>2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Times New Roman</vt:lpstr>
      <vt:lpstr>Office-téma</vt:lpstr>
      <vt:lpstr> Message Queuing Telemetry Transport</vt:lpstr>
      <vt:lpstr> Message Queuing Telemetry Transport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MQTT  (Message Queuing Telemetry Transport)</dc:title>
  <dc:creator>Bozó  Attila Péter</dc:creator>
  <cp:lastModifiedBy>Bozó  Attila Péter</cp:lastModifiedBy>
  <cp:revision>8</cp:revision>
  <dcterms:created xsi:type="dcterms:W3CDTF">2025-12-16T09:09:28Z</dcterms:created>
  <dcterms:modified xsi:type="dcterms:W3CDTF">2025-12-16T09:23:03Z</dcterms:modified>
</cp:coreProperties>
</file>