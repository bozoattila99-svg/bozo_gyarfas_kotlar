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EDEE5-6C0A-4349-968C-4544DC61E53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FDE62-D855-45F3-B830-71CC6928C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FDE62-D855-45F3-B830-71CC6928C2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20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CAD134-F16A-FF7C-B8F8-A334692B3913}"/>
              </a:ext>
            </a:extLst>
          </p:cNvPr>
          <p:cNvSpPr/>
          <p:nvPr/>
        </p:nvSpPr>
        <p:spPr>
          <a:xfrm>
            <a:off x="5689600" y="6858000"/>
            <a:ext cx="1066800" cy="381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17F2D-A5E3-8A23-6FF5-E3D5988A8F75}"/>
              </a:ext>
            </a:extLst>
          </p:cNvPr>
          <p:cNvSpPr/>
          <p:nvPr/>
        </p:nvSpPr>
        <p:spPr>
          <a:xfrm>
            <a:off x="736600" y="7239000"/>
            <a:ext cx="1066800" cy="381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367F8A-1018-8679-0FCF-A23692913C51}"/>
              </a:ext>
            </a:extLst>
          </p:cNvPr>
          <p:cNvSpPr/>
          <p:nvPr/>
        </p:nvSpPr>
        <p:spPr>
          <a:xfrm>
            <a:off x="2870200" y="7239000"/>
            <a:ext cx="4038600" cy="6858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798B3-A276-2563-43A3-FAFC68B3CB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5" t="38306" r="25863" b="18805"/>
          <a:stretch/>
        </p:blipFill>
        <p:spPr>
          <a:xfrm>
            <a:off x="5461000" y="6858001"/>
            <a:ext cx="20574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Custom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Bozó Attila</dc:creator>
  <cp:lastModifiedBy>Gggg Yu</cp:lastModifiedBy>
  <cp:revision>2</cp:revision>
  <dcterms:created xsi:type="dcterms:W3CDTF">2006-08-16T00:00:00Z</dcterms:created>
  <dcterms:modified xsi:type="dcterms:W3CDTF">2026-05-14T13:40:52Z</dcterms:modified>
</cp:coreProperties>
</file>