
<file path=[Content_Types].xml><?xml version="1.0" encoding="utf-8"?>
<Types xmlns="http://schemas.openxmlformats.org/package/2006/content-types">
  <Default Extension="jfif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08" y="5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636294" y="-384175"/>
            <a:ext cx="7772400" cy="1470025"/>
          </a:xfrm>
        </p:spPr>
        <p:txBody>
          <a:bodyPr/>
          <a:lstStyle/>
          <a:p>
            <a:r>
              <a:rPr dirty="0" err="1"/>
              <a:t>Tasmota</a:t>
            </a:r>
            <a:r>
              <a:rPr dirty="0"/>
              <a:t> firmware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719137"/>
            <a:ext cx="6400800" cy="1752600"/>
          </a:xfrm>
        </p:spPr>
        <p:txBody>
          <a:bodyPr/>
          <a:lstStyle/>
          <a:p>
            <a:r>
              <a:rPr b="1" i="1" u="sng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Nyílt</a:t>
            </a:r>
            <a:r>
              <a:rPr b="1" i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b="1" i="1" u="sng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forráskódú</a:t>
            </a:r>
            <a:r>
              <a:rPr b="1" i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firmware </a:t>
            </a:r>
            <a:r>
              <a:rPr b="1" i="1" u="sng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okos</a:t>
            </a:r>
            <a:r>
              <a:rPr b="1" i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b="1" i="1" u="sng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eszközökhöz</a:t>
            </a:r>
            <a:endParaRPr b="1" i="1" u="sng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985210" y="-296862"/>
            <a:ext cx="8229600" cy="1143000"/>
          </a:xfrm>
        </p:spPr>
        <p:txBody>
          <a:bodyPr/>
          <a:lstStyle/>
          <a:p>
            <a:r>
              <a:rPr dirty="0"/>
              <a:t>Mi </a:t>
            </a:r>
            <a:r>
              <a:rPr dirty="0" err="1"/>
              <a:t>az</a:t>
            </a:r>
            <a:r>
              <a:rPr dirty="0"/>
              <a:t> a </a:t>
            </a:r>
            <a:r>
              <a:rPr dirty="0" err="1"/>
              <a:t>Tasmota</a:t>
            </a:r>
            <a:r>
              <a:rPr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61738"/>
            <a:ext cx="8229600" cy="4525963"/>
          </a:xfrm>
        </p:spPr>
        <p:txBody>
          <a:bodyPr/>
          <a:lstStyle/>
          <a:p>
            <a:r>
              <a:rPr dirty="0" err="1"/>
              <a:t>Nyílt</a:t>
            </a:r>
            <a:r>
              <a:rPr dirty="0"/>
              <a:t> </a:t>
            </a:r>
            <a:r>
              <a:rPr dirty="0" err="1"/>
              <a:t>forráskódú</a:t>
            </a:r>
            <a:r>
              <a:rPr dirty="0"/>
              <a:t> firmware ESP8266 </a:t>
            </a:r>
            <a:r>
              <a:rPr dirty="0" err="1"/>
              <a:t>és</a:t>
            </a:r>
            <a:r>
              <a:rPr dirty="0"/>
              <a:t> ESP32 </a:t>
            </a:r>
            <a:r>
              <a:rPr dirty="0" err="1"/>
              <a:t>eszközökhöz</a:t>
            </a:r>
            <a:endParaRPr dirty="0"/>
          </a:p>
          <a:p>
            <a:r>
              <a:rPr dirty="0" err="1"/>
              <a:t>Gyári</a:t>
            </a:r>
            <a:r>
              <a:rPr dirty="0"/>
              <a:t> firmware </a:t>
            </a:r>
            <a:r>
              <a:rPr dirty="0" err="1"/>
              <a:t>kiváltására</a:t>
            </a:r>
            <a:r>
              <a:rPr dirty="0"/>
              <a:t> </a:t>
            </a:r>
            <a:r>
              <a:rPr dirty="0" err="1"/>
              <a:t>szolgál</a:t>
            </a:r>
            <a:endParaRPr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505020FD-756A-4A2F-95D7-4B0684AB195A}"/>
              </a:ext>
            </a:extLst>
          </p:cNvPr>
          <p:cNvSpPr txBox="1"/>
          <p:nvPr/>
        </p:nvSpPr>
        <p:spPr>
          <a:xfrm>
            <a:off x="0" y="5657653"/>
            <a:ext cx="72670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u-HU" sz="3200" dirty="0"/>
              <a:t>Főleg </a:t>
            </a:r>
            <a:r>
              <a:rPr lang="hu-HU" sz="3200" dirty="0" err="1"/>
              <a:t>Wi</a:t>
            </a:r>
            <a:r>
              <a:rPr lang="hu-HU" sz="3200" dirty="0"/>
              <a:t>-Fi-s okos eszközök vezérlésére használják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06115" y="-296862"/>
            <a:ext cx="8229600" cy="1143000"/>
          </a:xfrm>
        </p:spPr>
        <p:txBody>
          <a:bodyPr/>
          <a:lstStyle/>
          <a:p>
            <a:r>
              <a:rPr dirty="0" err="1"/>
              <a:t>Milyen</a:t>
            </a:r>
            <a:r>
              <a:rPr dirty="0"/>
              <a:t> </a:t>
            </a:r>
            <a:r>
              <a:rPr dirty="0" err="1"/>
              <a:t>eszközöket</a:t>
            </a:r>
            <a:r>
              <a:rPr dirty="0"/>
              <a:t> </a:t>
            </a:r>
            <a:r>
              <a:rPr dirty="0" err="1"/>
              <a:t>támogat</a:t>
            </a:r>
            <a:r>
              <a:rPr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77516"/>
            <a:ext cx="8229600" cy="4525963"/>
          </a:xfrm>
        </p:spPr>
        <p:txBody>
          <a:bodyPr/>
          <a:lstStyle/>
          <a:p>
            <a:r>
              <a:rPr dirty="0" err="1"/>
              <a:t>Okos</a:t>
            </a:r>
            <a:r>
              <a:rPr dirty="0"/>
              <a:t> </a:t>
            </a:r>
            <a:r>
              <a:rPr dirty="0" err="1"/>
              <a:t>konnektorok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kapcsolók</a:t>
            </a:r>
            <a:endParaRPr dirty="0"/>
          </a:p>
          <a:p>
            <a:r>
              <a:rPr dirty="0" err="1"/>
              <a:t>Relémodulok</a:t>
            </a:r>
            <a:endParaRPr dirty="0"/>
          </a:p>
          <a:p>
            <a:r>
              <a:rPr dirty="0"/>
              <a:t>LED </a:t>
            </a:r>
            <a:r>
              <a:rPr dirty="0" err="1"/>
              <a:t>vezérlők</a:t>
            </a:r>
            <a:endParaRPr dirty="0"/>
          </a:p>
          <a:p>
            <a:r>
              <a:rPr dirty="0" err="1"/>
              <a:t>Szenzorok</a:t>
            </a:r>
            <a:r>
              <a:rPr dirty="0"/>
              <a:t> (</a:t>
            </a:r>
            <a:r>
              <a:rPr dirty="0" err="1"/>
              <a:t>hőmérséklet</a:t>
            </a:r>
            <a:r>
              <a:rPr dirty="0"/>
              <a:t>, </a:t>
            </a:r>
            <a:r>
              <a:rPr dirty="0" err="1"/>
              <a:t>páratartalom</a:t>
            </a:r>
            <a:r>
              <a:rPr dirty="0"/>
              <a:t>, </a:t>
            </a:r>
            <a:r>
              <a:rPr dirty="0" err="1"/>
              <a:t>fogyasztás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418348" y="-296862"/>
            <a:ext cx="8229600" cy="1143000"/>
          </a:xfrm>
        </p:spPr>
        <p:txBody>
          <a:bodyPr/>
          <a:lstStyle/>
          <a:p>
            <a:r>
              <a:rPr dirty="0" err="1"/>
              <a:t>Helyi</a:t>
            </a:r>
            <a:r>
              <a:rPr dirty="0"/>
              <a:t> </a:t>
            </a:r>
            <a:r>
              <a:rPr dirty="0" err="1"/>
              <a:t>vezérlés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1421"/>
            <a:ext cx="8229600" cy="4525963"/>
          </a:xfrm>
        </p:spPr>
        <p:txBody>
          <a:bodyPr/>
          <a:lstStyle/>
          <a:p>
            <a:r>
              <a:rPr dirty="0" err="1"/>
              <a:t>Beépített</a:t>
            </a:r>
            <a:r>
              <a:rPr dirty="0"/>
              <a:t> </a:t>
            </a:r>
            <a:r>
              <a:rPr dirty="0" err="1"/>
              <a:t>webes</a:t>
            </a:r>
            <a:r>
              <a:rPr dirty="0"/>
              <a:t> </a:t>
            </a:r>
            <a:r>
              <a:rPr dirty="0" err="1"/>
              <a:t>felület</a:t>
            </a:r>
            <a:endParaRPr dirty="0"/>
          </a:p>
          <a:p>
            <a:r>
              <a:rPr dirty="0" err="1"/>
              <a:t>Böngészőből</a:t>
            </a:r>
            <a:r>
              <a:rPr dirty="0"/>
              <a:t> </a:t>
            </a:r>
            <a:r>
              <a:rPr dirty="0" err="1"/>
              <a:t>elérhető</a:t>
            </a:r>
            <a:endParaRPr dirty="0"/>
          </a:p>
          <a:p>
            <a:r>
              <a:rPr dirty="0" err="1"/>
              <a:t>Nem</a:t>
            </a:r>
            <a:r>
              <a:rPr dirty="0"/>
              <a:t> </a:t>
            </a:r>
            <a:r>
              <a:rPr dirty="0" err="1"/>
              <a:t>igényel</a:t>
            </a:r>
            <a:r>
              <a:rPr dirty="0"/>
              <a:t> </a:t>
            </a:r>
            <a:r>
              <a:rPr dirty="0" err="1"/>
              <a:t>internetkapcsolatot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707105" y="-296862"/>
            <a:ext cx="8229600" cy="1143000"/>
          </a:xfrm>
        </p:spPr>
        <p:txBody>
          <a:bodyPr/>
          <a:lstStyle/>
          <a:p>
            <a:r>
              <a:rPr dirty="0" err="1"/>
              <a:t>Integrációk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37673"/>
            <a:ext cx="8229600" cy="4525963"/>
          </a:xfrm>
        </p:spPr>
        <p:txBody>
          <a:bodyPr/>
          <a:lstStyle/>
          <a:p>
            <a:r>
              <a:rPr dirty="0"/>
              <a:t>Home Assistant</a:t>
            </a:r>
          </a:p>
          <a:p>
            <a:r>
              <a:rPr dirty="0" err="1"/>
              <a:t>OpenHAB</a:t>
            </a:r>
            <a:endParaRPr dirty="0"/>
          </a:p>
          <a:p>
            <a:r>
              <a:rPr dirty="0" err="1"/>
              <a:t>Domoticz</a:t>
            </a:r>
            <a:endParaRPr dirty="0"/>
          </a:p>
          <a:p>
            <a:r>
              <a:rPr dirty="0"/>
              <a:t>Node-RED </a:t>
            </a:r>
            <a:r>
              <a:rPr dirty="0" err="1"/>
              <a:t>és</a:t>
            </a:r>
            <a:r>
              <a:rPr dirty="0"/>
              <a:t> MQTT </a:t>
            </a:r>
            <a:r>
              <a:rPr dirty="0" err="1"/>
              <a:t>alapú</a:t>
            </a:r>
            <a:r>
              <a:rPr dirty="0"/>
              <a:t> </a:t>
            </a:r>
            <a:r>
              <a:rPr dirty="0" err="1"/>
              <a:t>rendszerek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Felhő nélkül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Nincs kötelező gyártói felhő</a:t>
            </a:r>
          </a:p>
          <a:p>
            <a:r>
              <a:t>Jobb adatvédelem</a:t>
            </a:r>
          </a:p>
          <a:p>
            <a:r>
              <a:t>Gyorsabb és megbízhatóbb működés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Konfiguráció és automatizmusok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GPIO-k szabad hozzárendelése</a:t>
            </a:r>
          </a:p>
          <a:p>
            <a:r>
              <a:t>Szabályok (Rules) eseményekhez</a:t>
            </a:r>
          </a:p>
          <a:p>
            <a:r>
              <a:t>Időzítők és automatizmusok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Tasmota előnyei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Nyílt forráskód</a:t>
            </a:r>
          </a:p>
          <a:p>
            <a:r>
              <a:t>Gyártófüggetlen</a:t>
            </a:r>
          </a:p>
          <a:p>
            <a:r>
              <a:t>Nagy és aktív közösség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Hátrányok és kockázatok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Telepítéshez technikai tudás kellhet</a:t>
            </a:r>
          </a:p>
          <a:p>
            <a:r>
              <a:t>Garanciavesztés előfordulhat</a:t>
            </a:r>
          </a:p>
          <a:p>
            <a:r>
              <a:t>Nem minden eszköz kompatibilis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Kinek ajánlott a Tasmota?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Okosotthon-építőknek</a:t>
            </a:r>
          </a:p>
          <a:p>
            <a:r>
              <a:t>Home Assistant felhasználóknak</a:t>
            </a:r>
          </a:p>
          <a:p>
            <a:r>
              <a:t>Akik el akarják kerülni a felhőfüggőséget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</Words>
  <Application>Microsoft Office PowerPoint</Application>
  <PresentationFormat>Diavetítés a képernyőre (4:3 oldalarány)</PresentationFormat>
  <Paragraphs>40</Paragraphs>
  <Slides>10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Tasmota firmware</vt:lpstr>
      <vt:lpstr>Mi az a Tasmota?</vt:lpstr>
      <vt:lpstr>Milyen eszközöket támogat?</vt:lpstr>
      <vt:lpstr>Helyi vezérlés</vt:lpstr>
      <vt:lpstr>Integrációk</vt:lpstr>
      <vt:lpstr>Felhő nélkül</vt:lpstr>
      <vt:lpstr>Konfiguráció és automatizmusok</vt:lpstr>
      <vt:lpstr>A Tasmota előnyei</vt:lpstr>
      <vt:lpstr>Hátrányok és kockázatok</vt:lpstr>
      <vt:lpstr>Kinek ajánlott a Tasmota?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Tasmota firmware</dc:title>
  <dc:subject/>
  <dc:creator>Kotlár Mátyás Levente</dc:creator>
  <cp:keywords/>
  <dc:description>generated using python-pptx</dc:description>
  <cp:lastModifiedBy>Kotlár Mátyás Levente</cp:lastModifiedBy>
  <cp:revision>6</cp:revision>
  <dcterms:created xsi:type="dcterms:W3CDTF">2013-01-27T09:14:16Z</dcterms:created>
  <dcterms:modified xsi:type="dcterms:W3CDTF">2026-01-06T09:26:34Z</dcterms:modified>
  <cp:category/>
</cp:coreProperties>
</file>